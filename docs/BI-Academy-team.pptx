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Источники: README.md; реальные проверки/ОТЧЁТ.md; реальные проверки/summary.json. Скриншоты сняты с приложения на копии базы реальных проверок. Данные A1 и B1: ответы тестовых персон и реальные оценки модели, 20.10.2026. Демокоманда на слайде 4 вымышленная. Проверка не устанавливает соответствие реальной квалификации.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Источники: README.md; реальные проверки/ОТЧЁТ.md; реальные проверки/summary.json. Скриншоты сняты с приложения на копии базы реальных проверок. Данные A1 и B1: ответы тестовых персон и реальные оценки модели, 20.10.2026. Демокоманда на слайде 4 вымышленная. Проверка не устанавливает соответствие реальной квалификации.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Источники: README.md; реальные проверки/ОТЧЁТ.md; реальные проверки/summary.json. Скриншоты сняты с приложения на копии базы реальных проверок. Данные A1 и B1: ответы тестовых персон и реальные оценки модели, 20.10.2026. Демокоманда на слайде 4 вымышленная. Проверка не устанавливает соответствие реальной квалификации.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Источники: README.md; реальные проверки/ОТЧЁТ.md; реальные проверки/summary.json. Скриншоты сняты с приложения на копии базы реальных проверок. Данные A1 и B1: ответы тестовых персон и реальные оценки модели, 20.10.2026. Демокоманда на слайде 4 вымышленная. Проверка не устанавливает соответствие реальной квалификации.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Источники: README.md; реальные проверки/ОТЧЁТ.md; реальные проверки/summary.json. Скриншоты сняты с приложения на копии базы реальных проверок. Данные A1 и B1: ответы тестовых персон и реальные оценки модели, 20.10.2026. Демокоманда на слайде 4 вымышленная. Проверка не устанавливает соответствие реальной квалификации.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Источники: README.md; реальные проверки/ОТЧЁТ.md; реальные проверки/summary.json. Скриншоты сняты с приложения на копии базы реальных проверок. Данные A1 и B1: ответы тестовых персон и реальные оценки модели, 20.10.2026. Демокоманда на слайде 4 вымышленная. Проверка не устанавливает соответствие реальной квалификации.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Источники: README.md; реальные проверки/ОТЧЁТ.md; реальные проверки/summary.json. Скриншоты сняты с приложения на копии базы реальных проверок. Данные A1 и B1: ответы тестовых персон и реальные оценки модели, 20.10.2026. Демокоманда на слайде 4 вымышленная. Проверка не устанавливает соответствие реальной квалификации.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Источники: README.md; реальные проверки/ОТЧЁТ.md; реальные проверки/summary.json. Скриншоты сняты с приложения на копии базы реальных проверок. Данные A1 и B1: ответы тестовых персон и реальные оценки модели, 20.10.2026. Демокоманда на слайде 4 вымышленная. Проверка не устанавливает соответствие реальной квалификации.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Источники: README.md, src/dynamic/DynamicResultsPage.tsx, src/dynamic/DynamicDevelopmentPage.tsx, src/auth/ManagerTeamsPage.tsx. Сопоставление с форматом теста, который ограничивается итоговым баллом; не сравнительное исследование конкурентов.</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Состав команды указан пользователем. Источники преимуществ: README.md и реальные проверки/ОТЧЁТ.md. Замеры выполнены на тестовых персонах 20.10.2026, не подтверждают точность оценки реальной квалификации. 7,5 тенге включает только расходы на ИИ, не полную стоимость внедрения. Преимущества не означают доказанное превосходство над всеми конкурентами.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D899518-B7C9-49C9-8C0F-511E2A825B9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2CFA970A-5074-4BFF-964E-B0709DD094A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3DF35106-5F30-48CE-B53C-4EB4BF6B8AC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CF13D8B-052C-44F7-AF90-C7482424AC1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C7E9C66A-1583-479F-AFC7-EA8DA4E62C6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0603B09-C7D3-4B1D-86A1-92CDEFA4C29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BCD5AAF5-8948-4C83-ABA2-6CEE0647185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86AB7D92-CE22-41C4-A03A-11C1602684A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A7BC2A8-8A95-42B1-B10A-3624FEFA18D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2AAC0250-C9C6-4936-96F7-61137F49380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15" name="box">
            <a:extLst>
              <a:ext uri="{FF2B5EF4-FFF2-40B4-BE49-F238E27FC236}">
                <a16:creationId xmlns:a16="http://schemas.microsoft.com/office/drawing/2014/main" id="{DF8D5AA8-B5C4-4EDD-BBC1-C8E8C1845B94}"/>
              </a:ext>
            </a:extLst>
          </p:cNvPr>
          <p:cNvSpPr>
            <a:spLocks noGrp="1"/>
          </p:cNvSpPr>
          <p:nvPr/>
        </p:nvSpPr>
        <p:spPr>
          <a:xfrm>
            <a:off x="0" y="0"/>
            <a:ext cx="95250" cy="6858000"/>
          </a:xfrm>
          <a:prstGeom prst="rect">
            <a:avLst/>
          </a:prstGeom>
          <a:solidFill>
            <a:srgbClr val="6E59F7"/>
          </a:solidFill>
          <a:ln w="0">
            <a:noFill/>
            <a:prstDash val="solid"/>
          </a:ln>
        </p:spPr>
        <p:txBody>
          <a:bodyPr/>
          <a:lstStyle/>
          <a:p>
            <a:endParaRPr/>
          </a:p>
        </p:txBody>
      </p:sp>
      <p:sp>
        <p:nvSpPr>
          <p:cNvPr id="4" name="Прямая соединительная линия 3">
            <a:extLst>
              <a:ext uri="{FF2B5EF4-FFF2-40B4-BE49-F238E27FC236}">
                <a16:creationId xmlns:a16="http://schemas.microsoft.com/office/drawing/2014/main" id="{2B4FA7EA-C6B2-4375-B581-909BA4116BDE}"/>
              </a:ext>
            </a:extLst>
          </p:cNvPr>
          <p:cNvSpPr>
            <a:spLocks noGrp="1"/>
          </p:cNvSpPr>
          <p:nvPr/>
        </p:nvSpPr>
        <p:spPr>
          <a:xfrm>
            <a:off x="476250" y="6334125"/>
            <a:ext cx="11239500" cy="0"/>
          </a:xfrm>
          <a:prstGeom prst="line">
            <a:avLst/>
          </a:prstGeom>
          <a:noFill/>
          <a:ln w="9525">
            <a:solidFill>
              <a:srgbClr val="465071"/>
            </a:solidFill>
            <a:prstDash val="solid"/>
          </a:ln>
        </p:spPr>
        <p:txBody>
          <a:bodyPr/>
          <a:lstStyle/>
          <a:p>
            <a:endParaRPr/>
          </a:p>
        </p:txBody>
      </p:sp>
      <p:sp>
        <p:nvSpPr>
          <p:cNvPr id="8" name="box">
            <a:extLst>
              <a:ext uri="{FF2B5EF4-FFF2-40B4-BE49-F238E27FC236}">
                <a16:creationId xmlns:a16="http://schemas.microsoft.com/office/drawing/2014/main" id="{0BDDCE31-D319-468F-AD0A-F4A9A674EE1D}"/>
              </a:ext>
            </a:extLst>
          </p:cNvPr>
          <p:cNvSpPr>
            <a:spLocks noGrp="1"/>
          </p:cNvSpPr>
          <p:nvPr/>
        </p:nvSpPr>
        <p:spPr>
          <a:xfrm>
            <a:off x="190500" y="0"/>
            <a:ext cx="6572250" cy="6334125"/>
          </a:xfrm>
          <a:prstGeom prst="rect">
            <a:avLst/>
          </a:prstGeom>
          <a:solidFill>
            <a:srgbClr val="0B1020"/>
          </a:solidFill>
          <a:ln w="0">
            <a:noFill/>
            <a:prstDash val="solid"/>
          </a:ln>
        </p:spPr>
        <p:txBody>
          <a:bodyPr/>
          <a:lstStyle/>
          <a:p>
            <a:endParaRPr/>
          </a:p>
        </p:txBody>
      </p:sp>
      <p:sp>
        <p:nvSpPr>
          <p:cNvPr id="16" name="Прямоугольник 15">
            <a:extLst>
              <a:ext uri="{FF2B5EF4-FFF2-40B4-BE49-F238E27FC236}">
                <a16:creationId xmlns:a16="http://schemas.microsoft.com/office/drawing/2014/main" id="{9D4B2EE2-0AED-46A2-B50A-F4E23328BBBE}"/>
              </a:ext>
            </a:extLst>
          </p:cNvPr>
          <p:cNvSpPr>
            <a:spLocks noGrp="1"/>
          </p:cNvSpPr>
          <p:nvPr/>
        </p:nvSpPr>
        <p:spPr>
          <a:xfrm>
            <a:off x="476250" y="285750"/>
            <a:ext cx="6667500" cy="238125"/>
          </a:xfrm>
          <a:prstGeom prst="rect">
            <a:avLst/>
          </a:prstGeom>
          <a:noFill/>
          <a:ln w="0">
            <a:noFill/>
          </a:ln>
        </p:spPr>
        <p:txBody>
          <a:bodyPr/>
          <a:lstStyle>
            <a:defPPr>
              <a:defRPr sz="1050" b="1">
                <a:solidFill>
                  <a:srgbClr val="39C9D7"/>
                </a:solidFill>
                <a:latin typeface="Arial"/>
                <a:ea typeface="Arial"/>
                <a:cs typeface="Arial"/>
              </a:defRPr>
            </a:defPPr>
            <a:lvl1pPr>
              <a:defRPr sz="1050" b="1">
                <a:solidFill>
                  <a:srgbClr val="39C9D7"/>
                </a:solidFill>
                <a:latin typeface="Arial"/>
                <a:ea typeface="Arial"/>
                <a:cs typeface="Arial"/>
              </a:defRPr>
            </a:lvl1pPr>
            <a:lvl2pPr>
              <a:defRPr sz="1050" b="1">
                <a:solidFill>
                  <a:srgbClr val="39C9D7"/>
                </a:solidFill>
                <a:latin typeface="Arial"/>
                <a:ea typeface="Arial"/>
                <a:cs typeface="Arial"/>
              </a:defRPr>
            </a:lvl2pPr>
            <a:lvl3pPr>
              <a:defRPr sz="1050" b="1">
                <a:solidFill>
                  <a:srgbClr val="39C9D7"/>
                </a:solidFill>
                <a:latin typeface="Arial"/>
                <a:ea typeface="Arial"/>
                <a:cs typeface="Arial"/>
              </a:defRPr>
            </a:lvl3pPr>
            <a:lvl4pPr>
              <a:defRPr sz="1050" b="1">
                <a:solidFill>
                  <a:srgbClr val="39C9D7"/>
                </a:solidFill>
                <a:latin typeface="Arial"/>
                <a:ea typeface="Arial"/>
                <a:cs typeface="Arial"/>
              </a:defRPr>
            </a:lvl4pPr>
            <a:lvl5pPr>
              <a:defRPr sz="1050" b="1">
                <a:solidFill>
                  <a:srgbClr val="39C9D7"/>
                </a:solidFill>
                <a:latin typeface="Arial"/>
                <a:ea typeface="Arial"/>
                <a:cs typeface="Arial"/>
              </a:defRPr>
            </a:lvl5pPr>
            <a:lvl6pPr>
              <a:defRPr sz="1050" b="1">
                <a:solidFill>
                  <a:srgbClr val="39C9D7"/>
                </a:solidFill>
                <a:latin typeface="Arial"/>
                <a:ea typeface="Arial"/>
                <a:cs typeface="Arial"/>
              </a:defRPr>
            </a:lvl6pPr>
            <a:lvl7pPr>
              <a:defRPr sz="1050" b="1">
                <a:solidFill>
                  <a:srgbClr val="39C9D7"/>
                </a:solidFill>
                <a:latin typeface="Arial"/>
                <a:ea typeface="Arial"/>
                <a:cs typeface="Arial"/>
              </a:defRPr>
            </a:lvl7pPr>
            <a:lvl8pPr>
              <a:defRPr sz="1050" b="1">
                <a:solidFill>
                  <a:srgbClr val="39C9D7"/>
                </a:solidFill>
                <a:latin typeface="Arial"/>
                <a:ea typeface="Arial"/>
                <a:cs typeface="Arial"/>
              </a:defRPr>
            </a:lvl8pPr>
            <a:lvl9pPr>
              <a:defRPr sz="1050" b="1">
                <a:solidFill>
                  <a:srgbClr val="39C9D7"/>
                </a:solidFill>
                <a:latin typeface="Arial"/>
                <a:ea typeface="Arial"/>
                <a:cs typeface="Arial"/>
              </a:defRPr>
            </a:lvl9pPr>
          </a:lstStyle>
          <a:p>
            <a:pPr>
              <a:defRPr sz="1050" b="1">
                <a:solidFill>
                  <a:srgbClr val="39C9D7"/>
                </a:solidFill>
                <a:latin typeface="Arial"/>
                <a:ea typeface="Arial"/>
                <a:cs typeface="Arial"/>
              </a:defRPr>
            </a:pPr>
            <a:r>
              <a:rPr sz="1050" b="1" dirty="0">
                <a:solidFill>
                  <a:srgbClr val="39C9D7"/>
                </a:solidFill>
                <a:latin typeface="Arial"/>
                <a:ea typeface="Arial"/>
                <a:cs typeface="Arial"/>
              </a:rPr>
              <a:t>BI ACADEMY</a:t>
            </a:r>
          </a:p>
        </p:txBody>
      </p:sp>
      <p:sp>
        <p:nvSpPr>
          <p:cNvPr id="17" name="Прямоугольник 16">
            <a:extLst>
              <a:ext uri="{FF2B5EF4-FFF2-40B4-BE49-F238E27FC236}">
                <a16:creationId xmlns:a16="http://schemas.microsoft.com/office/drawing/2014/main" id="{1C43F61B-7B1B-40FF-92EC-95CE094BB016}"/>
              </a:ext>
            </a:extLst>
          </p:cNvPr>
          <p:cNvSpPr>
            <a:spLocks noGrp="1"/>
          </p:cNvSpPr>
          <p:nvPr/>
        </p:nvSpPr>
        <p:spPr>
          <a:xfrm>
            <a:off x="11334750" y="6448425"/>
            <a:ext cx="428625" cy="190500"/>
          </a:xfrm>
          <a:prstGeom prst="rect">
            <a:avLst/>
          </a:prstGeom>
          <a:noFill/>
          <a:ln w="0">
            <a:noFill/>
          </a:ln>
        </p:spPr>
        <p:txBody>
          <a:bodyPr/>
          <a:lstStyle>
            <a:defPPr>
              <a:defRPr sz="975" b="0">
                <a:solidFill>
                  <a:srgbClr val="AEB8D4"/>
                </a:solidFill>
                <a:latin typeface="Arial"/>
                <a:ea typeface="Arial"/>
                <a:cs typeface="Arial"/>
              </a:defRPr>
            </a:defPPr>
            <a:lvl1pPr>
              <a:defRPr sz="975" b="0">
                <a:solidFill>
                  <a:srgbClr val="AEB8D4"/>
                </a:solidFill>
                <a:latin typeface="Arial"/>
                <a:ea typeface="Arial"/>
                <a:cs typeface="Arial"/>
              </a:defRPr>
            </a:lvl1pPr>
            <a:lvl2pPr>
              <a:defRPr sz="975" b="0">
                <a:solidFill>
                  <a:srgbClr val="AEB8D4"/>
                </a:solidFill>
                <a:latin typeface="Arial"/>
                <a:ea typeface="Arial"/>
                <a:cs typeface="Arial"/>
              </a:defRPr>
            </a:lvl2pPr>
            <a:lvl3pPr>
              <a:defRPr sz="975" b="0">
                <a:solidFill>
                  <a:srgbClr val="AEB8D4"/>
                </a:solidFill>
                <a:latin typeface="Arial"/>
                <a:ea typeface="Arial"/>
                <a:cs typeface="Arial"/>
              </a:defRPr>
            </a:lvl3pPr>
            <a:lvl4pPr>
              <a:defRPr sz="975" b="0">
                <a:solidFill>
                  <a:srgbClr val="AEB8D4"/>
                </a:solidFill>
                <a:latin typeface="Arial"/>
                <a:ea typeface="Arial"/>
                <a:cs typeface="Arial"/>
              </a:defRPr>
            </a:lvl4pPr>
            <a:lvl5pPr>
              <a:defRPr sz="975" b="0">
                <a:solidFill>
                  <a:srgbClr val="AEB8D4"/>
                </a:solidFill>
                <a:latin typeface="Arial"/>
                <a:ea typeface="Arial"/>
                <a:cs typeface="Arial"/>
              </a:defRPr>
            </a:lvl5pPr>
            <a:lvl6pPr>
              <a:defRPr sz="975" b="0">
                <a:solidFill>
                  <a:srgbClr val="AEB8D4"/>
                </a:solidFill>
                <a:latin typeface="Arial"/>
                <a:ea typeface="Arial"/>
                <a:cs typeface="Arial"/>
              </a:defRPr>
            </a:lvl6pPr>
            <a:lvl7pPr>
              <a:defRPr sz="975" b="0">
                <a:solidFill>
                  <a:srgbClr val="AEB8D4"/>
                </a:solidFill>
                <a:latin typeface="Arial"/>
                <a:ea typeface="Arial"/>
                <a:cs typeface="Arial"/>
              </a:defRPr>
            </a:lvl7pPr>
            <a:lvl8pPr>
              <a:defRPr sz="975" b="0">
                <a:solidFill>
                  <a:srgbClr val="AEB8D4"/>
                </a:solidFill>
                <a:latin typeface="Arial"/>
                <a:ea typeface="Arial"/>
                <a:cs typeface="Arial"/>
              </a:defRPr>
            </a:lvl8pPr>
            <a:lvl9pPr>
              <a:defRPr sz="975" b="0">
                <a:solidFill>
                  <a:srgbClr val="AEB8D4"/>
                </a:solidFill>
                <a:latin typeface="Arial"/>
                <a:ea typeface="Arial"/>
                <a:cs typeface="Arial"/>
              </a:defRPr>
            </a:lvl9pPr>
          </a:lstStyle>
          <a:p>
            <a:pPr>
              <a:defRPr sz="975" b="0">
                <a:solidFill>
                  <a:srgbClr val="AEB8D4"/>
                </a:solidFill>
                <a:latin typeface="Arial"/>
                <a:ea typeface="Arial"/>
                <a:cs typeface="Arial"/>
              </a:defRPr>
            </a:pPr>
            <a:r>
              <a:rPr sz="975" b="0">
                <a:solidFill>
                  <a:srgbClr val="AEB8D4"/>
                </a:solidFill>
                <a:latin typeface="Arial"/>
                <a:ea typeface="Arial"/>
                <a:cs typeface="Arial"/>
              </a:rPr>
              <a:t>01</a:t>
            </a:r>
          </a:p>
        </p:txBody>
      </p:sp>
      <p:sp>
        <p:nvSpPr>
          <p:cNvPr id="18" name="Прямоугольник 17">
            <a:extLst>
              <a:ext uri="{FF2B5EF4-FFF2-40B4-BE49-F238E27FC236}">
                <a16:creationId xmlns:a16="http://schemas.microsoft.com/office/drawing/2014/main" id="{70A9C7DB-2153-4AA7-8246-FA38AB97BB1E}"/>
              </a:ext>
            </a:extLst>
          </p:cNvPr>
          <p:cNvSpPr>
            <a:spLocks noGrp="1"/>
          </p:cNvSpPr>
          <p:nvPr/>
        </p:nvSpPr>
        <p:spPr>
          <a:xfrm>
            <a:off x="571500" y="809625"/>
            <a:ext cx="6477000" cy="857250"/>
          </a:xfrm>
          <a:prstGeom prst="rect">
            <a:avLst/>
          </a:prstGeom>
          <a:noFill/>
          <a:ln w="0">
            <a:noFill/>
          </a:ln>
        </p:spPr>
        <p:txBody>
          <a:bodyPr/>
          <a:lstStyle>
            <a:defPPr>
              <a:defRPr sz="4800" b="1">
                <a:solidFill>
                  <a:srgbClr val="FFFFFF"/>
                </a:solidFill>
                <a:latin typeface="Arial"/>
                <a:ea typeface="Arial"/>
                <a:cs typeface="Arial"/>
              </a:defRPr>
            </a:defPPr>
            <a:lvl1pPr>
              <a:defRPr sz="4800" b="1">
                <a:solidFill>
                  <a:srgbClr val="FFFFFF"/>
                </a:solidFill>
                <a:latin typeface="Arial"/>
                <a:ea typeface="Arial"/>
                <a:cs typeface="Arial"/>
              </a:defRPr>
            </a:lvl1pPr>
            <a:lvl2pPr>
              <a:defRPr sz="4800" b="1">
                <a:solidFill>
                  <a:srgbClr val="FFFFFF"/>
                </a:solidFill>
                <a:latin typeface="Arial"/>
                <a:ea typeface="Arial"/>
                <a:cs typeface="Arial"/>
              </a:defRPr>
            </a:lvl2pPr>
            <a:lvl3pPr>
              <a:defRPr sz="4800" b="1">
                <a:solidFill>
                  <a:srgbClr val="FFFFFF"/>
                </a:solidFill>
                <a:latin typeface="Arial"/>
                <a:ea typeface="Arial"/>
                <a:cs typeface="Arial"/>
              </a:defRPr>
            </a:lvl3pPr>
            <a:lvl4pPr>
              <a:defRPr sz="4800" b="1">
                <a:solidFill>
                  <a:srgbClr val="FFFFFF"/>
                </a:solidFill>
                <a:latin typeface="Arial"/>
                <a:ea typeface="Arial"/>
                <a:cs typeface="Arial"/>
              </a:defRPr>
            </a:lvl4pPr>
            <a:lvl5pPr>
              <a:defRPr sz="4800" b="1">
                <a:solidFill>
                  <a:srgbClr val="FFFFFF"/>
                </a:solidFill>
                <a:latin typeface="Arial"/>
                <a:ea typeface="Arial"/>
                <a:cs typeface="Arial"/>
              </a:defRPr>
            </a:lvl5pPr>
            <a:lvl6pPr>
              <a:defRPr sz="4800" b="1">
                <a:solidFill>
                  <a:srgbClr val="FFFFFF"/>
                </a:solidFill>
                <a:latin typeface="Arial"/>
                <a:ea typeface="Arial"/>
                <a:cs typeface="Arial"/>
              </a:defRPr>
            </a:lvl6pPr>
            <a:lvl7pPr>
              <a:defRPr sz="4800" b="1">
                <a:solidFill>
                  <a:srgbClr val="FFFFFF"/>
                </a:solidFill>
                <a:latin typeface="Arial"/>
                <a:ea typeface="Arial"/>
                <a:cs typeface="Arial"/>
              </a:defRPr>
            </a:lvl7pPr>
            <a:lvl8pPr>
              <a:defRPr sz="4800" b="1">
                <a:solidFill>
                  <a:srgbClr val="FFFFFF"/>
                </a:solidFill>
                <a:latin typeface="Arial"/>
                <a:ea typeface="Arial"/>
                <a:cs typeface="Arial"/>
              </a:defRPr>
            </a:lvl8pPr>
            <a:lvl9pPr>
              <a:defRPr sz="4800" b="1">
                <a:solidFill>
                  <a:srgbClr val="FFFFFF"/>
                </a:solidFill>
                <a:latin typeface="Arial"/>
                <a:ea typeface="Arial"/>
                <a:cs typeface="Arial"/>
              </a:defRPr>
            </a:lvl9pPr>
          </a:lstStyle>
          <a:p>
            <a:pPr>
              <a:defRPr sz="4800" b="1">
                <a:solidFill>
                  <a:srgbClr val="FFFFFF"/>
                </a:solidFill>
                <a:latin typeface="Arial"/>
                <a:ea typeface="Arial"/>
                <a:cs typeface="Arial"/>
              </a:defRPr>
            </a:pPr>
            <a:r>
              <a:rPr sz="4800" b="1" dirty="0">
                <a:solidFill>
                  <a:srgbClr val="FFFFFF"/>
                </a:solidFill>
                <a:latin typeface="Arial"/>
                <a:ea typeface="Arial"/>
                <a:cs typeface="Arial"/>
              </a:rPr>
              <a:t>BI Academy</a:t>
            </a:r>
          </a:p>
        </p:txBody>
      </p:sp>
      <p:sp>
        <p:nvSpPr>
          <p:cNvPr id="19" name="Прямоугольник 18">
            <a:extLst>
              <a:ext uri="{FF2B5EF4-FFF2-40B4-BE49-F238E27FC236}">
                <a16:creationId xmlns:a16="http://schemas.microsoft.com/office/drawing/2014/main" id="{2907E060-3CA2-4C9E-92A0-FD9A3BC4086F}"/>
              </a:ext>
            </a:extLst>
          </p:cNvPr>
          <p:cNvSpPr>
            <a:spLocks noGrp="1"/>
          </p:cNvSpPr>
          <p:nvPr/>
        </p:nvSpPr>
        <p:spPr>
          <a:xfrm>
            <a:off x="571500" y="1733550"/>
            <a:ext cx="10477500" cy="523875"/>
          </a:xfrm>
          <a:prstGeom prst="rect">
            <a:avLst/>
          </a:prstGeom>
          <a:noFill/>
          <a:ln w="0">
            <a:noFill/>
          </a:ln>
        </p:spPr>
        <p:txBody>
          <a:bodyPr/>
          <a:lstStyle>
            <a:defPPr>
              <a:defRPr sz="2400" b="0">
                <a:solidFill>
                  <a:srgbClr val="DBE0F0"/>
                </a:solidFill>
                <a:latin typeface="Arial"/>
                <a:ea typeface="Arial"/>
                <a:cs typeface="Arial"/>
              </a:defRPr>
            </a:defPPr>
            <a:lvl1pPr>
              <a:defRPr sz="2400" b="0">
                <a:solidFill>
                  <a:srgbClr val="DBE0F0"/>
                </a:solidFill>
                <a:latin typeface="Arial"/>
                <a:ea typeface="Arial"/>
                <a:cs typeface="Arial"/>
              </a:defRPr>
            </a:lvl1pPr>
            <a:lvl2pPr>
              <a:defRPr sz="2400" b="0">
                <a:solidFill>
                  <a:srgbClr val="DBE0F0"/>
                </a:solidFill>
                <a:latin typeface="Arial"/>
                <a:ea typeface="Arial"/>
                <a:cs typeface="Arial"/>
              </a:defRPr>
            </a:lvl2pPr>
            <a:lvl3pPr>
              <a:defRPr sz="2400" b="0">
                <a:solidFill>
                  <a:srgbClr val="DBE0F0"/>
                </a:solidFill>
                <a:latin typeface="Arial"/>
                <a:ea typeface="Arial"/>
                <a:cs typeface="Arial"/>
              </a:defRPr>
            </a:lvl3pPr>
            <a:lvl4pPr>
              <a:defRPr sz="2400" b="0">
                <a:solidFill>
                  <a:srgbClr val="DBE0F0"/>
                </a:solidFill>
                <a:latin typeface="Arial"/>
                <a:ea typeface="Arial"/>
                <a:cs typeface="Arial"/>
              </a:defRPr>
            </a:lvl4pPr>
            <a:lvl5pPr>
              <a:defRPr sz="2400" b="0">
                <a:solidFill>
                  <a:srgbClr val="DBE0F0"/>
                </a:solidFill>
                <a:latin typeface="Arial"/>
                <a:ea typeface="Arial"/>
                <a:cs typeface="Arial"/>
              </a:defRPr>
            </a:lvl5pPr>
            <a:lvl6pPr>
              <a:defRPr sz="2400" b="0">
                <a:solidFill>
                  <a:srgbClr val="DBE0F0"/>
                </a:solidFill>
                <a:latin typeface="Arial"/>
                <a:ea typeface="Arial"/>
                <a:cs typeface="Arial"/>
              </a:defRPr>
            </a:lvl6pPr>
            <a:lvl7pPr>
              <a:defRPr sz="2400" b="0">
                <a:solidFill>
                  <a:srgbClr val="DBE0F0"/>
                </a:solidFill>
                <a:latin typeface="Arial"/>
                <a:ea typeface="Arial"/>
                <a:cs typeface="Arial"/>
              </a:defRPr>
            </a:lvl7pPr>
            <a:lvl8pPr>
              <a:defRPr sz="2400" b="0">
                <a:solidFill>
                  <a:srgbClr val="DBE0F0"/>
                </a:solidFill>
                <a:latin typeface="Arial"/>
                <a:ea typeface="Arial"/>
                <a:cs typeface="Arial"/>
              </a:defRPr>
            </a:lvl8pPr>
            <a:lvl9pPr>
              <a:defRPr sz="2400" b="0">
                <a:solidFill>
                  <a:srgbClr val="DBE0F0"/>
                </a:solidFill>
                <a:latin typeface="Arial"/>
                <a:ea typeface="Arial"/>
                <a:cs typeface="Arial"/>
              </a:defRPr>
            </a:lvl9pPr>
          </a:lstStyle>
          <a:p>
            <a:pPr>
              <a:defRPr sz="2400" b="0">
                <a:solidFill>
                  <a:srgbClr val="DBE0F0"/>
                </a:solidFill>
                <a:latin typeface="Arial"/>
                <a:ea typeface="Arial"/>
                <a:cs typeface="Arial"/>
              </a:defRPr>
            </a:pPr>
            <a:r>
              <a:rPr lang="kk-KZ" sz="2400" b="0" dirty="0">
                <a:solidFill>
                  <a:srgbClr val="DBE0F0"/>
                </a:solidFill>
                <a:latin typeface="Arial"/>
                <a:ea typeface="Arial"/>
                <a:cs typeface="Arial"/>
              </a:rPr>
              <a:t>Понятно, кого чему учить</a:t>
            </a:r>
            <a:endParaRPr sz="2400" b="0" dirty="0">
              <a:solidFill>
                <a:srgbClr val="DBE0F0"/>
              </a:solidFill>
              <a:latin typeface="Arial"/>
              <a:ea typeface="Arial"/>
              <a:cs typeface="Arial"/>
            </a:endParaRPr>
          </a:p>
        </p:txBody>
      </p:sp>
      <p:pic>
        <p:nvPicPr>
          <p:cNvPr id="20" name="Рисунок 19">
            <a:extLst>
              <a:ext uri="{FF2B5EF4-FFF2-40B4-BE49-F238E27FC236}">
                <a16:creationId xmlns:a16="http://schemas.microsoft.com/office/drawing/2014/main" id="{0398F2E0-D597-4627-BEF6-68566FED1990}"/>
              </a:ext>
            </a:extLst>
          </p:cNvPr>
          <p:cNvPicPr>
            <a:picLocks noChangeAspect="1"/>
          </p:cNvPicPr>
          <p:nvPr/>
        </p:nvPicPr>
        <p:blipFill>
          <a:blip r:embed="rId3"/>
          <a:stretch/>
        </p:blipFill>
        <p:spPr>
          <a:xfrm>
            <a:off x="571500" y="2476500"/>
            <a:ext cx="6849855" cy="3429000"/>
          </a:xfrm>
          <a:prstGeom prst="rect">
            <a:avLst/>
          </a:prstGeom>
        </p:spPr>
      </p:pic>
      <p:sp>
        <p:nvSpPr>
          <p:cNvPr id="21" name="Прямоугольник 20">
            <a:extLst>
              <a:ext uri="{FF2B5EF4-FFF2-40B4-BE49-F238E27FC236}">
                <a16:creationId xmlns:a16="http://schemas.microsoft.com/office/drawing/2014/main" id="{634C3781-2ED7-4B52-9ED2-2382C0B10F6A}"/>
              </a:ext>
            </a:extLst>
          </p:cNvPr>
          <p:cNvSpPr>
            <a:spLocks noGrp="1"/>
          </p:cNvSpPr>
          <p:nvPr/>
        </p:nvSpPr>
        <p:spPr>
          <a:xfrm>
            <a:off x="8001000" y="2905125"/>
            <a:ext cx="3429000" cy="619125"/>
          </a:xfrm>
          <a:prstGeom prst="rect">
            <a:avLst/>
          </a:prstGeom>
          <a:noFill/>
          <a:ln w="0">
            <a:noFill/>
          </a:ln>
        </p:spPr>
        <p:txBody>
          <a:bodyPr/>
          <a:lstStyle>
            <a:defPPr>
              <a:defRPr sz="2925" b="1">
                <a:solidFill>
                  <a:srgbClr val="39C9D7"/>
                </a:solidFill>
                <a:latin typeface="Arial"/>
                <a:ea typeface="Arial"/>
                <a:cs typeface="Arial"/>
              </a:defRPr>
            </a:defPPr>
            <a:lvl1pPr>
              <a:defRPr sz="2925" b="1">
                <a:solidFill>
                  <a:srgbClr val="39C9D7"/>
                </a:solidFill>
                <a:latin typeface="Arial"/>
                <a:ea typeface="Arial"/>
                <a:cs typeface="Arial"/>
              </a:defRPr>
            </a:lvl1pPr>
            <a:lvl2pPr>
              <a:defRPr sz="2925" b="1">
                <a:solidFill>
                  <a:srgbClr val="39C9D7"/>
                </a:solidFill>
                <a:latin typeface="Arial"/>
                <a:ea typeface="Arial"/>
                <a:cs typeface="Arial"/>
              </a:defRPr>
            </a:lvl2pPr>
            <a:lvl3pPr>
              <a:defRPr sz="2925" b="1">
                <a:solidFill>
                  <a:srgbClr val="39C9D7"/>
                </a:solidFill>
                <a:latin typeface="Arial"/>
                <a:ea typeface="Arial"/>
                <a:cs typeface="Arial"/>
              </a:defRPr>
            </a:lvl3pPr>
            <a:lvl4pPr>
              <a:defRPr sz="2925" b="1">
                <a:solidFill>
                  <a:srgbClr val="39C9D7"/>
                </a:solidFill>
                <a:latin typeface="Arial"/>
                <a:ea typeface="Arial"/>
                <a:cs typeface="Arial"/>
              </a:defRPr>
            </a:lvl4pPr>
            <a:lvl5pPr>
              <a:defRPr sz="2925" b="1">
                <a:solidFill>
                  <a:srgbClr val="39C9D7"/>
                </a:solidFill>
                <a:latin typeface="Arial"/>
                <a:ea typeface="Arial"/>
                <a:cs typeface="Arial"/>
              </a:defRPr>
            </a:lvl5pPr>
            <a:lvl6pPr>
              <a:defRPr sz="2925" b="1">
                <a:solidFill>
                  <a:srgbClr val="39C9D7"/>
                </a:solidFill>
                <a:latin typeface="Arial"/>
                <a:ea typeface="Arial"/>
                <a:cs typeface="Arial"/>
              </a:defRPr>
            </a:lvl6pPr>
            <a:lvl7pPr>
              <a:defRPr sz="2925" b="1">
                <a:solidFill>
                  <a:srgbClr val="39C9D7"/>
                </a:solidFill>
                <a:latin typeface="Arial"/>
                <a:ea typeface="Arial"/>
                <a:cs typeface="Arial"/>
              </a:defRPr>
            </a:lvl7pPr>
            <a:lvl8pPr>
              <a:defRPr sz="2925" b="1">
                <a:solidFill>
                  <a:srgbClr val="39C9D7"/>
                </a:solidFill>
                <a:latin typeface="Arial"/>
                <a:ea typeface="Arial"/>
                <a:cs typeface="Arial"/>
              </a:defRPr>
            </a:lvl8pPr>
            <a:lvl9pPr>
              <a:defRPr sz="2925" b="1">
                <a:solidFill>
                  <a:srgbClr val="39C9D7"/>
                </a:solidFill>
                <a:latin typeface="Arial"/>
                <a:ea typeface="Arial"/>
                <a:cs typeface="Arial"/>
              </a:defRPr>
            </a:lvl9pPr>
          </a:lstStyle>
          <a:p>
            <a:pPr>
              <a:defRPr sz="2925" b="1">
                <a:solidFill>
                  <a:srgbClr val="39C9D7"/>
                </a:solidFill>
                <a:latin typeface="Arial"/>
                <a:ea typeface="Arial"/>
                <a:cs typeface="Arial"/>
              </a:defRPr>
            </a:pPr>
            <a:r>
              <a:rPr sz="2925" b="1" dirty="0">
                <a:solidFill>
                  <a:srgbClr val="39C9D7"/>
                </a:solidFill>
                <a:latin typeface="Arial"/>
                <a:ea typeface="Arial"/>
                <a:cs typeface="Arial"/>
              </a:rPr>
              <a:t>4 </a:t>
            </a:r>
            <a:r>
              <a:rPr sz="2925" b="1" dirty="0" err="1">
                <a:solidFill>
                  <a:srgbClr val="39C9D7"/>
                </a:solidFill>
                <a:latin typeface="Arial"/>
                <a:ea typeface="Arial"/>
                <a:cs typeface="Arial"/>
              </a:rPr>
              <a:t>качества</a:t>
            </a:r>
            <a:endParaRPr sz="2925" b="1" dirty="0">
              <a:solidFill>
                <a:srgbClr val="39C9D7"/>
              </a:solidFill>
              <a:latin typeface="Arial"/>
              <a:ea typeface="Arial"/>
              <a:cs typeface="Arial"/>
            </a:endParaRPr>
          </a:p>
        </p:txBody>
      </p:sp>
      <p:sp>
        <p:nvSpPr>
          <p:cNvPr id="22" name="Прямоугольник 21">
            <a:extLst>
              <a:ext uri="{FF2B5EF4-FFF2-40B4-BE49-F238E27FC236}">
                <a16:creationId xmlns:a16="http://schemas.microsoft.com/office/drawing/2014/main" id="{54026C08-308F-4A4A-9FDF-E22D113D9B6A}"/>
              </a:ext>
            </a:extLst>
          </p:cNvPr>
          <p:cNvSpPr>
            <a:spLocks noGrp="1"/>
          </p:cNvSpPr>
          <p:nvPr/>
        </p:nvSpPr>
        <p:spPr>
          <a:xfrm>
            <a:off x="8001000" y="3667125"/>
            <a:ext cx="3429000" cy="857250"/>
          </a:xfrm>
          <a:prstGeom prst="rect">
            <a:avLst/>
          </a:prstGeom>
          <a:noFill/>
          <a:ln w="0">
            <a:noFill/>
          </a:ln>
        </p:spPr>
        <p:txBody>
          <a:bodyPr/>
          <a:lstStyle>
            <a:defPPr>
              <a:defRPr sz="1875" b="0">
                <a:solidFill>
                  <a:srgbClr val="DBE0F0"/>
                </a:solidFill>
                <a:latin typeface="Arial"/>
                <a:ea typeface="Arial"/>
                <a:cs typeface="Arial"/>
              </a:defRPr>
            </a:defPPr>
            <a:lvl1pPr>
              <a:defRPr sz="1875" b="0">
                <a:solidFill>
                  <a:srgbClr val="DBE0F0"/>
                </a:solidFill>
                <a:latin typeface="Arial"/>
                <a:ea typeface="Arial"/>
                <a:cs typeface="Arial"/>
              </a:defRPr>
            </a:lvl1pPr>
            <a:lvl2pPr>
              <a:defRPr sz="1875" b="0">
                <a:solidFill>
                  <a:srgbClr val="DBE0F0"/>
                </a:solidFill>
                <a:latin typeface="Arial"/>
                <a:ea typeface="Arial"/>
                <a:cs typeface="Arial"/>
              </a:defRPr>
            </a:lvl2pPr>
            <a:lvl3pPr>
              <a:defRPr sz="1875" b="0">
                <a:solidFill>
                  <a:srgbClr val="DBE0F0"/>
                </a:solidFill>
                <a:latin typeface="Arial"/>
                <a:ea typeface="Arial"/>
                <a:cs typeface="Arial"/>
              </a:defRPr>
            </a:lvl3pPr>
            <a:lvl4pPr>
              <a:defRPr sz="1875" b="0">
                <a:solidFill>
                  <a:srgbClr val="DBE0F0"/>
                </a:solidFill>
                <a:latin typeface="Arial"/>
                <a:ea typeface="Arial"/>
                <a:cs typeface="Arial"/>
              </a:defRPr>
            </a:lvl4pPr>
            <a:lvl5pPr>
              <a:defRPr sz="1875" b="0">
                <a:solidFill>
                  <a:srgbClr val="DBE0F0"/>
                </a:solidFill>
                <a:latin typeface="Arial"/>
                <a:ea typeface="Arial"/>
                <a:cs typeface="Arial"/>
              </a:defRPr>
            </a:lvl5pPr>
            <a:lvl6pPr>
              <a:defRPr sz="1875" b="0">
                <a:solidFill>
                  <a:srgbClr val="DBE0F0"/>
                </a:solidFill>
                <a:latin typeface="Arial"/>
                <a:ea typeface="Arial"/>
                <a:cs typeface="Arial"/>
              </a:defRPr>
            </a:lvl6pPr>
            <a:lvl7pPr>
              <a:defRPr sz="1875" b="0">
                <a:solidFill>
                  <a:srgbClr val="DBE0F0"/>
                </a:solidFill>
                <a:latin typeface="Arial"/>
                <a:ea typeface="Arial"/>
                <a:cs typeface="Arial"/>
              </a:defRPr>
            </a:lvl7pPr>
            <a:lvl8pPr>
              <a:defRPr sz="1875" b="0">
                <a:solidFill>
                  <a:srgbClr val="DBE0F0"/>
                </a:solidFill>
                <a:latin typeface="Arial"/>
                <a:ea typeface="Arial"/>
                <a:cs typeface="Arial"/>
              </a:defRPr>
            </a:lvl8pPr>
            <a:lvl9pPr>
              <a:defRPr sz="1875" b="0">
                <a:solidFill>
                  <a:srgbClr val="DBE0F0"/>
                </a:solidFill>
                <a:latin typeface="Arial"/>
                <a:ea typeface="Arial"/>
                <a:cs typeface="Arial"/>
              </a:defRPr>
            </a:lvl9pPr>
          </a:lstStyle>
          <a:p>
            <a:pPr>
              <a:defRPr sz="1875" b="0">
                <a:solidFill>
                  <a:srgbClr val="DBE0F0"/>
                </a:solidFill>
                <a:latin typeface="Arial"/>
                <a:ea typeface="Arial"/>
                <a:cs typeface="Arial"/>
              </a:defRPr>
            </a:pPr>
            <a:r>
              <a:rPr sz="1875" b="0">
                <a:solidFill>
                  <a:srgbClr val="DBE0F0"/>
                </a:solidFill>
                <a:latin typeface="Arial"/>
                <a:ea typeface="Arial"/>
                <a:cs typeface="Arial"/>
              </a:rPr>
              <a:t>и профессиональные</a:t>
            </a:r>
          </a:p>
          <a:p>
            <a:pPr>
              <a:defRPr sz="1875" b="0">
                <a:solidFill>
                  <a:srgbClr val="DBE0F0"/>
                </a:solidFill>
                <a:latin typeface="Arial"/>
                <a:ea typeface="Arial"/>
                <a:cs typeface="Arial"/>
              </a:defRPr>
            </a:pPr>
            <a:r>
              <a:rPr sz="1875" b="0">
                <a:solidFill>
                  <a:srgbClr val="DBE0F0"/>
                </a:solidFill>
                <a:latin typeface="Arial"/>
                <a:ea typeface="Arial"/>
                <a:cs typeface="Arial"/>
              </a:rPr>
              <a:t>навыки по должности</a:t>
            </a:r>
          </a:p>
        </p:txBody>
      </p:sp>
      <p:sp>
        <p:nvSpPr>
          <p:cNvPr id="23" name="Прямоугольник 22">
            <a:extLst>
              <a:ext uri="{FF2B5EF4-FFF2-40B4-BE49-F238E27FC236}">
                <a16:creationId xmlns:a16="http://schemas.microsoft.com/office/drawing/2014/main" id="{04A88289-47E7-427B-9C91-621E73BB422B}"/>
              </a:ext>
            </a:extLst>
          </p:cNvPr>
          <p:cNvSpPr>
            <a:spLocks noGrp="1"/>
          </p:cNvSpPr>
          <p:nvPr/>
        </p:nvSpPr>
        <p:spPr>
          <a:xfrm>
            <a:off x="8001000" y="4762500"/>
            <a:ext cx="3429000" cy="619125"/>
          </a:xfrm>
          <a:prstGeom prst="rect">
            <a:avLst/>
          </a:prstGeom>
          <a:noFill/>
          <a:ln w="0">
            <a:noFill/>
          </a:ln>
        </p:spPr>
        <p:txBody>
          <a:bodyPr/>
          <a:lstStyle>
            <a:defPPr>
              <a:defRPr sz="2925" b="1">
                <a:solidFill>
                  <a:srgbClr val="39C9D7"/>
                </a:solidFill>
                <a:latin typeface="Arial"/>
                <a:ea typeface="Arial"/>
                <a:cs typeface="Arial"/>
              </a:defRPr>
            </a:defPPr>
            <a:lvl1pPr>
              <a:defRPr sz="2925" b="1">
                <a:solidFill>
                  <a:srgbClr val="39C9D7"/>
                </a:solidFill>
                <a:latin typeface="Arial"/>
                <a:ea typeface="Arial"/>
                <a:cs typeface="Arial"/>
              </a:defRPr>
            </a:lvl1pPr>
            <a:lvl2pPr>
              <a:defRPr sz="2925" b="1">
                <a:solidFill>
                  <a:srgbClr val="39C9D7"/>
                </a:solidFill>
                <a:latin typeface="Arial"/>
                <a:ea typeface="Arial"/>
                <a:cs typeface="Arial"/>
              </a:defRPr>
            </a:lvl2pPr>
            <a:lvl3pPr>
              <a:defRPr sz="2925" b="1">
                <a:solidFill>
                  <a:srgbClr val="39C9D7"/>
                </a:solidFill>
                <a:latin typeface="Arial"/>
                <a:ea typeface="Arial"/>
                <a:cs typeface="Arial"/>
              </a:defRPr>
            </a:lvl3pPr>
            <a:lvl4pPr>
              <a:defRPr sz="2925" b="1">
                <a:solidFill>
                  <a:srgbClr val="39C9D7"/>
                </a:solidFill>
                <a:latin typeface="Arial"/>
                <a:ea typeface="Arial"/>
                <a:cs typeface="Arial"/>
              </a:defRPr>
            </a:lvl4pPr>
            <a:lvl5pPr>
              <a:defRPr sz="2925" b="1">
                <a:solidFill>
                  <a:srgbClr val="39C9D7"/>
                </a:solidFill>
                <a:latin typeface="Arial"/>
                <a:ea typeface="Arial"/>
                <a:cs typeface="Arial"/>
              </a:defRPr>
            </a:lvl5pPr>
            <a:lvl6pPr>
              <a:defRPr sz="2925" b="1">
                <a:solidFill>
                  <a:srgbClr val="39C9D7"/>
                </a:solidFill>
                <a:latin typeface="Arial"/>
                <a:ea typeface="Arial"/>
                <a:cs typeface="Arial"/>
              </a:defRPr>
            </a:lvl6pPr>
            <a:lvl7pPr>
              <a:defRPr sz="2925" b="1">
                <a:solidFill>
                  <a:srgbClr val="39C9D7"/>
                </a:solidFill>
                <a:latin typeface="Arial"/>
                <a:ea typeface="Arial"/>
                <a:cs typeface="Arial"/>
              </a:defRPr>
            </a:lvl7pPr>
            <a:lvl8pPr>
              <a:defRPr sz="2925" b="1">
                <a:solidFill>
                  <a:srgbClr val="39C9D7"/>
                </a:solidFill>
                <a:latin typeface="Arial"/>
                <a:ea typeface="Arial"/>
                <a:cs typeface="Arial"/>
              </a:defRPr>
            </a:lvl8pPr>
            <a:lvl9pPr>
              <a:defRPr sz="2925" b="1">
                <a:solidFill>
                  <a:srgbClr val="39C9D7"/>
                </a:solidFill>
                <a:latin typeface="Arial"/>
                <a:ea typeface="Arial"/>
                <a:cs typeface="Arial"/>
              </a:defRPr>
            </a:lvl9pPr>
          </a:lstStyle>
          <a:p>
            <a:pPr>
              <a:defRPr sz="2925" b="1">
                <a:solidFill>
                  <a:srgbClr val="39C9D7"/>
                </a:solidFill>
                <a:latin typeface="Arial"/>
                <a:ea typeface="Arial"/>
                <a:cs typeface="Arial"/>
              </a:defRPr>
            </a:pPr>
            <a:r>
              <a:rPr sz="2925" b="1">
                <a:solidFill>
                  <a:srgbClr val="39C9D7"/>
                </a:solidFill>
                <a:latin typeface="Arial"/>
                <a:ea typeface="Arial"/>
                <a:cs typeface="Arial"/>
              </a:rPr>
              <a:t>30 дней</a:t>
            </a:r>
          </a:p>
        </p:txBody>
      </p:sp>
      <p:sp>
        <p:nvSpPr>
          <p:cNvPr id="24" name="Прямоугольник 23">
            <a:extLst>
              <a:ext uri="{FF2B5EF4-FFF2-40B4-BE49-F238E27FC236}">
                <a16:creationId xmlns:a16="http://schemas.microsoft.com/office/drawing/2014/main" id="{B2ACEA66-01B6-4AFB-AAC8-964C8A313F73}"/>
              </a:ext>
            </a:extLst>
          </p:cNvPr>
          <p:cNvSpPr>
            <a:spLocks noGrp="1"/>
          </p:cNvSpPr>
          <p:nvPr/>
        </p:nvSpPr>
        <p:spPr>
          <a:xfrm>
            <a:off x="8001000" y="5429250"/>
            <a:ext cx="3429000" cy="428625"/>
          </a:xfrm>
          <a:prstGeom prst="rect">
            <a:avLst/>
          </a:prstGeom>
          <a:noFill/>
          <a:ln w="0">
            <a:noFill/>
          </a:ln>
        </p:spPr>
        <p:txBody>
          <a:bodyPr/>
          <a:lstStyle>
            <a:defPPr>
              <a:defRPr sz="1800" b="0">
                <a:solidFill>
                  <a:srgbClr val="DBE0F0"/>
                </a:solidFill>
                <a:latin typeface="Arial"/>
                <a:ea typeface="Arial"/>
                <a:cs typeface="Arial"/>
              </a:defRPr>
            </a:defPPr>
            <a:lvl1pPr>
              <a:defRPr sz="1800" b="0">
                <a:solidFill>
                  <a:srgbClr val="DBE0F0"/>
                </a:solidFill>
                <a:latin typeface="Arial"/>
                <a:ea typeface="Arial"/>
                <a:cs typeface="Arial"/>
              </a:defRPr>
            </a:lvl1pPr>
            <a:lvl2pPr>
              <a:defRPr sz="1800" b="0">
                <a:solidFill>
                  <a:srgbClr val="DBE0F0"/>
                </a:solidFill>
                <a:latin typeface="Arial"/>
                <a:ea typeface="Arial"/>
                <a:cs typeface="Arial"/>
              </a:defRPr>
            </a:lvl2pPr>
            <a:lvl3pPr>
              <a:defRPr sz="1800" b="0">
                <a:solidFill>
                  <a:srgbClr val="DBE0F0"/>
                </a:solidFill>
                <a:latin typeface="Arial"/>
                <a:ea typeface="Arial"/>
                <a:cs typeface="Arial"/>
              </a:defRPr>
            </a:lvl3pPr>
            <a:lvl4pPr>
              <a:defRPr sz="1800" b="0">
                <a:solidFill>
                  <a:srgbClr val="DBE0F0"/>
                </a:solidFill>
                <a:latin typeface="Arial"/>
                <a:ea typeface="Arial"/>
                <a:cs typeface="Arial"/>
              </a:defRPr>
            </a:lvl4pPr>
            <a:lvl5pPr>
              <a:defRPr sz="1800" b="0">
                <a:solidFill>
                  <a:srgbClr val="DBE0F0"/>
                </a:solidFill>
                <a:latin typeface="Arial"/>
                <a:ea typeface="Arial"/>
                <a:cs typeface="Arial"/>
              </a:defRPr>
            </a:lvl5pPr>
            <a:lvl6pPr>
              <a:defRPr sz="1800" b="0">
                <a:solidFill>
                  <a:srgbClr val="DBE0F0"/>
                </a:solidFill>
                <a:latin typeface="Arial"/>
                <a:ea typeface="Arial"/>
                <a:cs typeface="Arial"/>
              </a:defRPr>
            </a:lvl6pPr>
            <a:lvl7pPr>
              <a:defRPr sz="1800" b="0">
                <a:solidFill>
                  <a:srgbClr val="DBE0F0"/>
                </a:solidFill>
                <a:latin typeface="Arial"/>
                <a:ea typeface="Arial"/>
                <a:cs typeface="Arial"/>
              </a:defRPr>
            </a:lvl7pPr>
            <a:lvl8pPr>
              <a:defRPr sz="1800" b="0">
                <a:solidFill>
                  <a:srgbClr val="DBE0F0"/>
                </a:solidFill>
                <a:latin typeface="Arial"/>
                <a:ea typeface="Arial"/>
                <a:cs typeface="Arial"/>
              </a:defRPr>
            </a:lvl8pPr>
            <a:lvl9pPr>
              <a:defRPr sz="1800" b="0">
                <a:solidFill>
                  <a:srgbClr val="DBE0F0"/>
                </a:solidFill>
                <a:latin typeface="Arial"/>
                <a:ea typeface="Arial"/>
                <a:cs typeface="Arial"/>
              </a:defRPr>
            </a:lvl9pPr>
          </a:lstStyle>
          <a:p>
            <a:pPr>
              <a:defRPr sz="1800" b="0">
                <a:solidFill>
                  <a:srgbClr val="DBE0F0"/>
                </a:solidFill>
                <a:latin typeface="Arial"/>
                <a:ea typeface="Arial"/>
                <a:cs typeface="Arial"/>
              </a:defRPr>
            </a:pPr>
            <a:r>
              <a:rPr sz="1800" b="0">
                <a:solidFill>
                  <a:srgbClr val="DBE0F0"/>
                </a:solidFill>
                <a:latin typeface="Arial"/>
                <a:ea typeface="Arial"/>
                <a:cs typeface="Arial"/>
              </a:rPr>
              <a:t>персональной практики</a:t>
            </a:r>
          </a:p>
        </p:txBody>
      </p:sp>
      <p:sp>
        <p:nvSpPr>
          <p:cNvPr id="25" name="Прямоугольник 24">
            <a:extLst>
              <a:ext uri="{FF2B5EF4-FFF2-40B4-BE49-F238E27FC236}">
                <a16:creationId xmlns:a16="http://schemas.microsoft.com/office/drawing/2014/main" id="{EC5F91D8-9BE4-45B3-9B8D-D5DD401CB3BE}"/>
              </a:ext>
            </a:extLst>
          </p:cNvPr>
          <p:cNvSpPr>
            <a:spLocks noGrp="1"/>
          </p:cNvSpPr>
          <p:nvPr/>
        </p:nvSpPr>
        <p:spPr>
          <a:xfrm>
            <a:off x="571500" y="6000750"/>
            <a:ext cx="11049000" cy="361950"/>
          </a:xfrm>
          <a:prstGeom prst="rect">
            <a:avLst/>
          </a:prstGeom>
          <a:noFill/>
          <a:ln w="0">
            <a:noFill/>
          </a:ln>
        </p:spPr>
        <p:txBody>
          <a:bodyPr/>
          <a:lstStyle>
            <a:defPPr>
              <a:defRPr sz="1500" b="0">
                <a:solidFill>
                  <a:srgbClr val="AEB8D4"/>
                </a:solidFill>
                <a:latin typeface="Arial"/>
                <a:ea typeface="Arial"/>
                <a:cs typeface="Arial"/>
              </a:defRPr>
            </a:defPPr>
            <a:lvl1pPr>
              <a:defRPr sz="1500" b="0">
                <a:solidFill>
                  <a:srgbClr val="AEB8D4"/>
                </a:solidFill>
                <a:latin typeface="Arial"/>
                <a:ea typeface="Arial"/>
                <a:cs typeface="Arial"/>
              </a:defRPr>
            </a:lvl1pPr>
            <a:lvl2pPr>
              <a:defRPr sz="1500" b="0">
                <a:solidFill>
                  <a:srgbClr val="AEB8D4"/>
                </a:solidFill>
                <a:latin typeface="Arial"/>
                <a:ea typeface="Arial"/>
                <a:cs typeface="Arial"/>
              </a:defRPr>
            </a:lvl2pPr>
            <a:lvl3pPr>
              <a:defRPr sz="1500" b="0">
                <a:solidFill>
                  <a:srgbClr val="AEB8D4"/>
                </a:solidFill>
                <a:latin typeface="Arial"/>
                <a:ea typeface="Arial"/>
                <a:cs typeface="Arial"/>
              </a:defRPr>
            </a:lvl3pPr>
            <a:lvl4pPr>
              <a:defRPr sz="1500" b="0">
                <a:solidFill>
                  <a:srgbClr val="AEB8D4"/>
                </a:solidFill>
                <a:latin typeface="Arial"/>
                <a:ea typeface="Arial"/>
                <a:cs typeface="Arial"/>
              </a:defRPr>
            </a:lvl4pPr>
            <a:lvl5pPr>
              <a:defRPr sz="1500" b="0">
                <a:solidFill>
                  <a:srgbClr val="AEB8D4"/>
                </a:solidFill>
                <a:latin typeface="Arial"/>
                <a:ea typeface="Arial"/>
                <a:cs typeface="Arial"/>
              </a:defRPr>
            </a:lvl5pPr>
            <a:lvl6pPr>
              <a:defRPr sz="1500" b="0">
                <a:solidFill>
                  <a:srgbClr val="AEB8D4"/>
                </a:solidFill>
                <a:latin typeface="Arial"/>
                <a:ea typeface="Arial"/>
                <a:cs typeface="Arial"/>
              </a:defRPr>
            </a:lvl6pPr>
            <a:lvl7pPr>
              <a:defRPr sz="1500" b="0">
                <a:solidFill>
                  <a:srgbClr val="AEB8D4"/>
                </a:solidFill>
                <a:latin typeface="Arial"/>
                <a:ea typeface="Arial"/>
                <a:cs typeface="Arial"/>
              </a:defRPr>
            </a:lvl7pPr>
            <a:lvl8pPr>
              <a:defRPr sz="1500" b="0">
                <a:solidFill>
                  <a:srgbClr val="AEB8D4"/>
                </a:solidFill>
                <a:latin typeface="Arial"/>
                <a:ea typeface="Arial"/>
                <a:cs typeface="Arial"/>
              </a:defRPr>
            </a:lvl8pPr>
            <a:lvl9pPr>
              <a:defRPr sz="1500" b="0">
                <a:solidFill>
                  <a:srgbClr val="AEB8D4"/>
                </a:solidFill>
                <a:latin typeface="Arial"/>
                <a:ea typeface="Arial"/>
                <a:cs typeface="Arial"/>
              </a:defRPr>
            </a:lvl9pPr>
          </a:lstStyle>
          <a:p>
            <a:pPr>
              <a:defRPr sz="1500" b="0">
                <a:solidFill>
                  <a:srgbClr val="AEB8D4"/>
                </a:solidFill>
                <a:latin typeface="Arial"/>
                <a:ea typeface="Arial"/>
                <a:cs typeface="Arial"/>
              </a:defRPr>
            </a:pPr>
            <a:r>
              <a:rPr sz="1500" b="0">
                <a:solidFill>
                  <a:srgbClr val="AEB8D4"/>
                </a:solidFill>
                <a:latin typeface="Arial"/>
                <a:ea typeface="Arial"/>
                <a:cs typeface="Arial"/>
              </a:rPr>
              <a:t>Команда: Наседкин Максим · Чапанов Альберт · Варварюк Андрей</a:t>
            </a:r>
          </a:p>
        </p:txBody>
      </p:sp>
    </p:spTree>
    <p:extLst>
      <p:ext uri="{BB962C8B-B14F-4D97-AF65-F5344CB8AC3E}">
        <p14:creationId xmlns:p14="http://schemas.microsoft.com/office/powerpoint/2010/main" val="258799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3" name="box">
            <a:extLst>
              <a:ext uri="{FF2B5EF4-FFF2-40B4-BE49-F238E27FC236}">
                <a16:creationId xmlns:a16="http://schemas.microsoft.com/office/drawing/2014/main" id="{08712C31-F125-4573-8119-9EB1C96B6C33}"/>
              </a:ext>
            </a:extLst>
          </p:cNvPr>
          <p:cNvSpPr>
            <a:spLocks noGrp="1"/>
          </p:cNvSpPr>
          <p:nvPr/>
        </p:nvSpPr>
        <p:spPr>
          <a:xfrm>
            <a:off x="0" y="0"/>
            <a:ext cx="95250" cy="6858000"/>
          </a:xfrm>
          <a:prstGeom prst="rect">
            <a:avLst/>
          </a:prstGeom>
          <a:solidFill>
            <a:srgbClr val="6E59F7"/>
          </a:solidFill>
          <a:ln w="0">
            <a:noFill/>
            <a:prstDash val="solid"/>
          </a:ln>
        </p:spPr>
        <p:txBody>
          <a:bodyPr/>
          <a:lstStyle/>
          <a:p>
            <a:endParaRPr/>
          </a:p>
        </p:txBody>
      </p:sp>
      <p:sp>
        <p:nvSpPr>
          <p:cNvPr id="4" name="Прямая соединительная линия 3">
            <a:extLst>
              <a:ext uri="{FF2B5EF4-FFF2-40B4-BE49-F238E27FC236}">
                <a16:creationId xmlns:a16="http://schemas.microsoft.com/office/drawing/2014/main" id="{DFDB06DD-B018-4A9C-9004-3EBD15DF3A6B}"/>
              </a:ext>
            </a:extLst>
          </p:cNvPr>
          <p:cNvSpPr>
            <a:spLocks noGrp="1"/>
          </p:cNvSpPr>
          <p:nvPr/>
        </p:nvSpPr>
        <p:spPr>
          <a:xfrm>
            <a:off x="476250" y="6334125"/>
            <a:ext cx="11239500" cy="0"/>
          </a:xfrm>
          <a:prstGeom prst="line">
            <a:avLst/>
          </a:prstGeom>
          <a:noFill/>
          <a:ln w="9525">
            <a:solidFill>
              <a:srgbClr val="D9DDF0"/>
            </a:solidFill>
            <a:prstDash val="solid"/>
          </a:ln>
        </p:spPr>
        <p:txBody>
          <a:bodyPr/>
          <a:lstStyle/>
          <a:p>
            <a:endParaRPr/>
          </a:p>
        </p:txBody>
      </p:sp>
      <p:sp>
        <p:nvSpPr>
          <p:cNvPr id="24" name="Прямоугольник 23">
            <a:extLst>
              <a:ext uri="{FF2B5EF4-FFF2-40B4-BE49-F238E27FC236}">
                <a16:creationId xmlns:a16="http://schemas.microsoft.com/office/drawing/2014/main" id="{48D29D6A-3555-4494-AAA3-783774ABAD75}"/>
              </a:ext>
            </a:extLst>
          </p:cNvPr>
          <p:cNvSpPr>
            <a:spLocks noGrp="1"/>
          </p:cNvSpPr>
          <p:nvPr/>
        </p:nvSpPr>
        <p:spPr>
          <a:xfrm>
            <a:off x="476250" y="285750"/>
            <a:ext cx="6667500" cy="238125"/>
          </a:xfrm>
          <a:prstGeom prst="rect">
            <a:avLst/>
          </a:prstGeom>
          <a:noFill/>
          <a:ln w="0">
            <a:noFill/>
          </a:ln>
        </p:spPr>
        <p:txBody>
          <a:bodyPr/>
          <a:lstStyle>
            <a:defPPr>
              <a:defRPr sz="1050" b="1">
                <a:solidFill>
                  <a:srgbClr val="6E59F7"/>
                </a:solidFill>
                <a:latin typeface="Arial"/>
                <a:ea typeface="Arial"/>
                <a:cs typeface="Arial"/>
              </a:defRPr>
            </a:defPPr>
            <a:lvl1pPr>
              <a:defRPr sz="1050" b="1">
                <a:solidFill>
                  <a:srgbClr val="6E59F7"/>
                </a:solidFill>
                <a:latin typeface="Arial"/>
                <a:ea typeface="Arial"/>
                <a:cs typeface="Arial"/>
              </a:defRPr>
            </a:lvl1pPr>
            <a:lvl2pPr>
              <a:defRPr sz="1050" b="1">
                <a:solidFill>
                  <a:srgbClr val="6E59F7"/>
                </a:solidFill>
                <a:latin typeface="Arial"/>
                <a:ea typeface="Arial"/>
                <a:cs typeface="Arial"/>
              </a:defRPr>
            </a:lvl2pPr>
            <a:lvl3pPr>
              <a:defRPr sz="1050" b="1">
                <a:solidFill>
                  <a:srgbClr val="6E59F7"/>
                </a:solidFill>
                <a:latin typeface="Arial"/>
                <a:ea typeface="Arial"/>
                <a:cs typeface="Arial"/>
              </a:defRPr>
            </a:lvl3pPr>
            <a:lvl4pPr>
              <a:defRPr sz="1050" b="1">
                <a:solidFill>
                  <a:srgbClr val="6E59F7"/>
                </a:solidFill>
                <a:latin typeface="Arial"/>
                <a:ea typeface="Arial"/>
                <a:cs typeface="Arial"/>
              </a:defRPr>
            </a:lvl4pPr>
            <a:lvl5pPr>
              <a:defRPr sz="1050" b="1">
                <a:solidFill>
                  <a:srgbClr val="6E59F7"/>
                </a:solidFill>
                <a:latin typeface="Arial"/>
                <a:ea typeface="Arial"/>
                <a:cs typeface="Arial"/>
              </a:defRPr>
            </a:lvl5pPr>
            <a:lvl6pPr>
              <a:defRPr sz="1050" b="1">
                <a:solidFill>
                  <a:srgbClr val="6E59F7"/>
                </a:solidFill>
                <a:latin typeface="Arial"/>
                <a:ea typeface="Arial"/>
                <a:cs typeface="Arial"/>
              </a:defRPr>
            </a:lvl6pPr>
            <a:lvl7pPr>
              <a:defRPr sz="1050" b="1">
                <a:solidFill>
                  <a:srgbClr val="6E59F7"/>
                </a:solidFill>
                <a:latin typeface="Arial"/>
                <a:ea typeface="Arial"/>
                <a:cs typeface="Arial"/>
              </a:defRPr>
            </a:lvl7pPr>
            <a:lvl8pPr>
              <a:defRPr sz="1050" b="1">
                <a:solidFill>
                  <a:srgbClr val="6E59F7"/>
                </a:solidFill>
                <a:latin typeface="Arial"/>
                <a:ea typeface="Arial"/>
                <a:cs typeface="Arial"/>
              </a:defRPr>
            </a:lvl8pPr>
            <a:lvl9pPr>
              <a:defRPr sz="1050" b="1">
                <a:solidFill>
                  <a:srgbClr val="6E59F7"/>
                </a:solidFill>
                <a:latin typeface="Arial"/>
                <a:ea typeface="Arial"/>
                <a:cs typeface="Arial"/>
              </a:defRPr>
            </a:lvl9pPr>
          </a:lstStyle>
          <a:p>
            <a:pPr>
              <a:defRPr sz="1050" b="1">
                <a:solidFill>
                  <a:srgbClr val="6E59F7"/>
                </a:solidFill>
                <a:latin typeface="Arial"/>
                <a:ea typeface="Arial"/>
                <a:cs typeface="Arial"/>
              </a:defRPr>
            </a:pPr>
            <a:r>
              <a:rPr sz="1050" b="1">
                <a:solidFill>
                  <a:srgbClr val="6E59F7"/>
                </a:solidFill>
                <a:latin typeface="Arial"/>
                <a:ea typeface="Arial"/>
                <a:cs typeface="Arial"/>
              </a:rPr>
              <a:t>BI ACADEMY</a:t>
            </a:r>
          </a:p>
        </p:txBody>
      </p:sp>
      <p:sp>
        <p:nvSpPr>
          <p:cNvPr id="25" name="Прямоугольник 24">
            <a:extLst>
              <a:ext uri="{FF2B5EF4-FFF2-40B4-BE49-F238E27FC236}">
                <a16:creationId xmlns:a16="http://schemas.microsoft.com/office/drawing/2014/main" id="{A7520C0A-D2C0-4B96-8A42-8953AC069E47}"/>
              </a:ext>
            </a:extLst>
          </p:cNvPr>
          <p:cNvSpPr>
            <a:spLocks noGrp="1"/>
          </p:cNvSpPr>
          <p:nvPr/>
        </p:nvSpPr>
        <p:spPr>
          <a:xfrm>
            <a:off x="11334750" y="6448425"/>
            <a:ext cx="428625" cy="190500"/>
          </a:xfrm>
          <a:prstGeom prst="rect">
            <a:avLst/>
          </a:prstGeom>
          <a:noFill/>
          <a:ln w="0">
            <a:noFill/>
          </a:ln>
        </p:spPr>
        <p:txBody>
          <a:bodyPr/>
          <a:lstStyle>
            <a:defPPr>
              <a:defRPr sz="975" b="0">
                <a:solidFill>
                  <a:srgbClr val="63708A"/>
                </a:solidFill>
                <a:latin typeface="Arial"/>
                <a:ea typeface="Arial"/>
                <a:cs typeface="Arial"/>
              </a:defRPr>
            </a:defPPr>
            <a:lvl1pPr>
              <a:defRPr sz="975" b="0">
                <a:solidFill>
                  <a:srgbClr val="63708A"/>
                </a:solidFill>
                <a:latin typeface="Arial"/>
                <a:ea typeface="Arial"/>
                <a:cs typeface="Arial"/>
              </a:defRPr>
            </a:lvl1pPr>
            <a:lvl2pPr>
              <a:defRPr sz="975" b="0">
                <a:solidFill>
                  <a:srgbClr val="63708A"/>
                </a:solidFill>
                <a:latin typeface="Arial"/>
                <a:ea typeface="Arial"/>
                <a:cs typeface="Arial"/>
              </a:defRPr>
            </a:lvl2pPr>
            <a:lvl3pPr>
              <a:defRPr sz="975" b="0">
                <a:solidFill>
                  <a:srgbClr val="63708A"/>
                </a:solidFill>
                <a:latin typeface="Arial"/>
                <a:ea typeface="Arial"/>
                <a:cs typeface="Arial"/>
              </a:defRPr>
            </a:lvl3pPr>
            <a:lvl4pPr>
              <a:defRPr sz="975" b="0">
                <a:solidFill>
                  <a:srgbClr val="63708A"/>
                </a:solidFill>
                <a:latin typeface="Arial"/>
                <a:ea typeface="Arial"/>
                <a:cs typeface="Arial"/>
              </a:defRPr>
            </a:lvl4pPr>
            <a:lvl5pPr>
              <a:defRPr sz="975" b="0">
                <a:solidFill>
                  <a:srgbClr val="63708A"/>
                </a:solidFill>
                <a:latin typeface="Arial"/>
                <a:ea typeface="Arial"/>
                <a:cs typeface="Arial"/>
              </a:defRPr>
            </a:lvl5pPr>
            <a:lvl6pPr>
              <a:defRPr sz="975" b="0">
                <a:solidFill>
                  <a:srgbClr val="63708A"/>
                </a:solidFill>
                <a:latin typeface="Arial"/>
                <a:ea typeface="Arial"/>
                <a:cs typeface="Arial"/>
              </a:defRPr>
            </a:lvl6pPr>
            <a:lvl7pPr>
              <a:defRPr sz="975" b="0">
                <a:solidFill>
                  <a:srgbClr val="63708A"/>
                </a:solidFill>
                <a:latin typeface="Arial"/>
                <a:ea typeface="Arial"/>
                <a:cs typeface="Arial"/>
              </a:defRPr>
            </a:lvl7pPr>
            <a:lvl8pPr>
              <a:defRPr sz="975" b="0">
                <a:solidFill>
                  <a:srgbClr val="63708A"/>
                </a:solidFill>
                <a:latin typeface="Arial"/>
                <a:ea typeface="Arial"/>
                <a:cs typeface="Arial"/>
              </a:defRPr>
            </a:lvl8pPr>
            <a:lvl9pPr>
              <a:defRPr sz="975" b="0">
                <a:solidFill>
                  <a:srgbClr val="63708A"/>
                </a:solidFill>
                <a:latin typeface="Arial"/>
                <a:ea typeface="Arial"/>
                <a:cs typeface="Arial"/>
              </a:defRPr>
            </a:lvl9pPr>
          </a:lstStyle>
          <a:p>
            <a:pPr>
              <a:defRPr sz="975" b="0">
                <a:solidFill>
                  <a:srgbClr val="63708A"/>
                </a:solidFill>
                <a:latin typeface="Arial"/>
                <a:ea typeface="Arial"/>
                <a:cs typeface="Arial"/>
              </a:defRPr>
            </a:pPr>
            <a:r>
              <a:rPr sz="975" b="0">
                <a:solidFill>
                  <a:srgbClr val="63708A"/>
                </a:solidFill>
                <a:latin typeface="Arial"/>
                <a:ea typeface="Arial"/>
                <a:cs typeface="Arial"/>
              </a:rPr>
              <a:t>02</a:t>
            </a:r>
          </a:p>
        </p:txBody>
      </p:sp>
      <p:sp>
        <p:nvSpPr>
          <p:cNvPr id="26" name="Прямоугольник 25">
            <a:extLst>
              <a:ext uri="{FF2B5EF4-FFF2-40B4-BE49-F238E27FC236}">
                <a16:creationId xmlns:a16="http://schemas.microsoft.com/office/drawing/2014/main" id="{AAE27F07-445F-4237-918A-0F6AA65DB328}"/>
              </a:ext>
            </a:extLst>
          </p:cNvPr>
          <p:cNvSpPr>
            <a:spLocks noGrp="1"/>
          </p:cNvSpPr>
          <p:nvPr/>
        </p:nvSpPr>
        <p:spPr>
          <a:xfrm>
            <a:off x="571500" y="838200"/>
            <a:ext cx="11049000" cy="714375"/>
          </a:xfrm>
          <a:prstGeom prst="rect">
            <a:avLst/>
          </a:prstGeom>
          <a:noFill/>
          <a:ln w="0">
            <a:noFill/>
          </a:ln>
        </p:spPr>
        <p:txBody>
          <a:bodyPr/>
          <a:lstStyle>
            <a:defPPr>
              <a:defRPr sz="3300" b="1">
                <a:solidFill>
                  <a:srgbClr val="16213A"/>
                </a:solidFill>
                <a:latin typeface="Arial"/>
                <a:ea typeface="Arial"/>
                <a:cs typeface="Arial"/>
              </a:defRPr>
            </a:defPPr>
            <a:lvl1pPr>
              <a:defRPr sz="3300" b="1">
                <a:solidFill>
                  <a:srgbClr val="16213A"/>
                </a:solidFill>
                <a:latin typeface="Arial"/>
                <a:ea typeface="Arial"/>
                <a:cs typeface="Arial"/>
              </a:defRPr>
            </a:lvl1pPr>
            <a:lvl2pPr>
              <a:defRPr sz="3300" b="1">
                <a:solidFill>
                  <a:srgbClr val="16213A"/>
                </a:solidFill>
                <a:latin typeface="Arial"/>
                <a:ea typeface="Arial"/>
                <a:cs typeface="Arial"/>
              </a:defRPr>
            </a:lvl2pPr>
            <a:lvl3pPr>
              <a:defRPr sz="3300" b="1">
                <a:solidFill>
                  <a:srgbClr val="16213A"/>
                </a:solidFill>
                <a:latin typeface="Arial"/>
                <a:ea typeface="Arial"/>
                <a:cs typeface="Arial"/>
              </a:defRPr>
            </a:lvl3pPr>
            <a:lvl4pPr>
              <a:defRPr sz="3300" b="1">
                <a:solidFill>
                  <a:srgbClr val="16213A"/>
                </a:solidFill>
                <a:latin typeface="Arial"/>
                <a:ea typeface="Arial"/>
                <a:cs typeface="Arial"/>
              </a:defRPr>
            </a:lvl4pPr>
            <a:lvl5pPr>
              <a:defRPr sz="3300" b="1">
                <a:solidFill>
                  <a:srgbClr val="16213A"/>
                </a:solidFill>
                <a:latin typeface="Arial"/>
                <a:ea typeface="Arial"/>
                <a:cs typeface="Arial"/>
              </a:defRPr>
            </a:lvl5pPr>
            <a:lvl6pPr>
              <a:defRPr sz="3300" b="1">
                <a:solidFill>
                  <a:srgbClr val="16213A"/>
                </a:solidFill>
                <a:latin typeface="Arial"/>
                <a:ea typeface="Arial"/>
                <a:cs typeface="Arial"/>
              </a:defRPr>
            </a:lvl6pPr>
            <a:lvl7pPr>
              <a:defRPr sz="3300" b="1">
                <a:solidFill>
                  <a:srgbClr val="16213A"/>
                </a:solidFill>
                <a:latin typeface="Arial"/>
                <a:ea typeface="Arial"/>
                <a:cs typeface="Arial"/>
              </a:defRPr>
            </a:lvl7pPr>
            <a:lvl8pPr>
              <a:defRPr sz="3300" b="1">
                <a:solidFill>
                  <a:srgbClr val="16213A"/>
                </a:solidFill>
                <a:latin typeface="Arial"/>
                <a:ea typeface="Arial"/>
                <a:cs typeface="Arial"/>
              </a:defRPr>
            </a:lvl8pPr>
            <a:lvl9pPr>
              <a:defRPr sz="3300" b="1">
                <a:solidFill>
                  <a:srgbClr val="16213A"/>
                </a:solidFill>
                <a:latin typeface="Arial"/>
                <a:ea typeface="Arial"/>
                <a:cs typeface="Arial"/>
              </a:defRPr>
            </a:lvl9pPr>
          </a:lstStyle>
          <a:p>
            <a:pPr>
              <a:defRPr sz="3300" b="1">
                <a:solidFill>
                  <a:srgbClr val="16213A"/>
                </a:solidFill>
                <a:latin typeface="Arial"/>
                <a:ea typeface="Arial"/>
                <a:cs typeface="Arial"/>
              </a:defRPr>
            </a:pPr>
            <a:r>
              <a:rPr lang="ru-RU" sz="3300" b="1" dirty="0">
                <a:solidFill>
                  <a:srgbClr val="16213A"/>
                </a:solidFill>
                <a:latin typeface="Arial"/>
                <a:ea typeface="Arial"/>
                <a:cs typeface="Arial"/>
              </a:rPr>
              <a:t>Анализируем решения человека </a:t>
            </a:r>
            <a:r>
              <a:rPr lang="ru-RU" sz="3300" b="1">
                <a:solidFill>
                  <a:srgbClr val="16213A"/>
                </a:solidFill>
                <a:latin typeface="Arial"/>
                <a:ea typeface="Arial"/>
                <a:cs typeface="Arial"/>
              </a:rPr>
              <a:t>на стройке</a:t>
            </a:r>
            <a:endParaRPr sz="3300" b="1" dirty="0">
              <a:solidFill>
                <a:srgbClr val="16213A"/>
              </a:solidFill>
              <a:latin typeface="Arial"/>
              <a:ea typeface="Arial"/>
              <a:cs typeface="Arial"/>
            </a:endParaRPr>
          </a:p>
        </p:txBody>
      </p:sp>
      <p:sp>
        <p:nvSpPr>
          <p:cNvPr id="27" name="Прямоугольник 26">
            <a:extLst>
              <a:ext uri="{FF2B5EF4-FFF2-40B4-BE49-F238E27FC236}">
                <a16:creationId xmlns:a16="http://schemas.microsoft.com/office/drawing/2014/main" id="{2FE25FFC-AFB2-4652-8B79-E752A74AC926}"/>
              </a:ext>
            </a:extLst>
          </p:cNvPr>
          <p:cNvSpPr>
            <a:spLocks noGrp="1"/>
          </p:cNvSpPr>
          <p:nvPr/>
        </p:nvSpPr>
        <p:spPr>
          <a:xfrm>
            <a:off x="571500" y="1666875"/>
            <a:ext cx="11049000" cy="571500"/>
          </a:xfrm>
          <a:prstGeom prst="rect">
            <a:avLst/>
          </a:prstGeom>
          <a:noFill/>
          <a:ln w="0">
            <a:noFill/>
          </a:ln>
        </p:spPr>
        <p:txBody>
          <a:bodyPr/>
          <a:lstStyle>
            <a:defPPr>
              <a:defRPr sz="1800" b="0">
                <a:solidFill>
                  <a:srgbClr val="63708A"/>
                </a:solidFill>
                <a:latin typeface="Arial"/>
                <a:ea typeface="Arial"/>
                <a:cs typeface="Arial"/>
              </a:defRPr>
            </a:defPPr>
            <a:lvl1pPr>
              <a:defRPr sz="1800" b="0">
                <a:solidFill>
                  <a:srgbClr val="63708A"/>
                </a:solidFill>
                <a:latin typeface="Arial"/>
                <a:ea typeface="Arial"/>
                <a:cs typeface="Arial"/>
              </a:defRPr>
            </a:lvl1pPr>
            <a:lvl2pPr>
              <a:defRPr sz="1800" b="0">
                <a:solidFill>
                  <a:srgbClr val="63708A"/>
                </a:solidFill>
                <a:latin typeface="Arial"/>
                <a:ea typeface="Arial"/>
                <a:cs typeface="Arial"/>
              </a:defRPr>
            </a:lvl2pPr>
            <a:lvl3pPr>
              <a:defRPr sz="1800" b="0">
                <a:solidFill>
                  <a:srgbClr val="63708A"/>
                </a:solidFill>
                <a:latin typeface="Arial"/>
                <a:ea typeface="Arial"/>
                <a:cs typeface="Arial"/>
              </a:defRPr>
            </a:lvl3pPr>
            <a:lvl4pPr>
              <a:defRPr sz="1800" b="0">
                <a:solidFill>
                  <a:srgbClr val="63708A"/>
                </a:solidFill>
                <a:latin typeface="Arial"/>
                <a:ea typeface="Arial"/>
                <a:cs typeface="Arial"/>
              </a:defRPr>
            </a:lvl4pPr>
            <a:lvl5pPr>
              <a:defRPr sz="1800" b="0">
                <a:solidFill>
                  <a:srgbClr val="63708A"/>
                </a:solidFill>
                <a:latin typeface="Arial"/>
                <a:ea typeface="Arial"/>
                <a:cs typeface="Arial"/>
              </a:defRPr>
            </a:lvl5pPr>
            <a:lvl6pPr>
              <a:defRPr sz="1800" b="0">
                <a:solidFill>
                  <a:srgbClr val="63708A"/>
                </a:solidFill>
                <a:latin typeface="Arial"/>
                <a:ea typeface="Arial"/>
                <a:cs typeface="Arial"/>
              </a:defRPr>
            </a:lvl6pPr>
            <a:lvl7pPr>
              <a:defRPr sz="1800" b="0">
                <a:solidFill>
                  <a:srgbClr val="63708A"/>
                </a:solidFill>
                <a:latin typeface="Arial"/>
                <a:ea typeface="Arial"/>
                <a:cs typeface="Arial"/>
              </a:defRPr>
            </a:lvl7pPr>
            <a:lvl8pPr>
              <a:defRPr sz="1800" b="0">
                <a:solidFill>
                  <a:srgbClr val="63708A"/>
                </a:solidFill>
                <a:latin typeface="Arial"/>
                <a:ea typeface="Arial"/>
                <a:cs typeface="Arial"/>
              </a:defRPr>
            </a:lvl8pPr>
            <a:lvl9pPr>
              <a:defRPr sz="1800" b="0">
                <a:solidFill>
                  <a:srgbClr val="63708A"/>
                </a:solidFill>
                <a:latin typeface="Arial"/>
                <a:ea typeface="Arial"/>
                <a:cs typeface="Arial"/>
              </a:defRPr>
            </a:lvl9pPr>
          </a:lstStyle>
          <a:p>
            <a:pPr>
              <a:defRPr sz="1800" b="0">
                <a:solidFill>
                  <a:srgbClr val="63708A"/>
                </a:solidFill>
                <a:latin typeface="Arial"/>
                <a:ea typeface="Arial"/>
                <a:cs typeface="Arial"/>
              </a:defRPr>
            </a:pPr>
            <a:r>
              <a:rPr sz="1800" b="0">
                <a:solidFill>
                  <a:srgbClr val="63708A"/>
                </a:solidFill>
                <a:latin typeface="Arial"/>
                <a:ea typeface="Arial"/>
                <a:cs typeface="Arial"/>
              </a:rPr>
              <a:t>10 ситуаций с выбором ответа + 5 вопросов своими словами</a:t>
            </a:r>
          </a:p>
        </p:txBody>
      </p:sp>
      <p:pic>
        <p:nvPicPr>
          <p:cNvPr id="28" name="Рисунок 27">
            <a:extLst>
              <a:ext uri="{FF2B5EF4-FFF2-40B4-BE49-F238E27FC236}">
                <a16:creationId xmlns:a16="http://schemas.microsoft.com/office/drawing/2014/main" id="{57965BBD-0DF0-4D62-82D2-2E633630D86E}"/>
              </a:ext>
            </a:extLst>
          </p:cNvPr>
          <p:cNvPicPr>
            <a:picLocks noChangeAspect="1"/>
          </p:cNvPicPr>
          <p:nvPr/>
        </p:nvPicPr>
        <p:blipFill>
          <a:blip r:embed="rId3"/>
          <a:stretch/>
        </p:blipFill>
        <p:spPr>
          <a:xfrm>
            <a:off x="571500" y="2333625"/>
            <a:ext cx="11049000" cy="2415902"/>
          </a:xfrm>
          <a:prstGeom prst="rect">
            <a:avLst/>
          </a:prstGeom>
        </p:spPr>
      </p:pic>
      <p:sp>
        <p:nvSpPr>
          <p:cNvPr id="29" name="Прямоугольник 28">
            <a:extLst>
              <a:ext uri="{FF2B5EF4-FFF2-40B4-BE49-F238E27FC236}">
                <a16:creationId xmlns:a16="http://schemas.microsoft.com/office/drawing/2014/main" id="{B91E03C8-3627-4BC4-ACD2-E28EF2534960}"/>
              </a:ext>
            </a:extLst>
          </p:cNvPr>
          <p:cNvSpPr>
            <a:spLocks noGrp="1"/>
          </p:cNvSpPr>
          <p:nvPr/>
        </p:nvSpPr>
        <p:spPr>
          <a:xfrm>
            <a:off x="571500" y="5095875"/>
            <a:ext cx="5905500" cy="714375"/>
          </a:xfrm>
          <a:prstGeom prst="rect">
            <a:avLst/>
          </a:prstGeom>
          <a:noFill/>
          <a:ln w="0">
            <a:noFill/>
          </a:ln>
        </p:spPr>
        <p:txBody>
          <a:bodyPr/>
          <a:lstStyle>
            <a:defPPr>
              <a:defRPr sz="2025" b="1">
                <a:solidFill>
                  <a:srgbClr val="16213A"/>
                </a:solidFill>
                <a:latin typeface="Arial"/>
                <a:ea typeface="Arial"/>
                <a:cs typeface="Arial"/>
              </a:defRPr>
            </a:defPPr>
            <a:lvl1pPr>
              <a:defRPr sz="2025" b="1">
                <a:solidFill>
                  <a:srgbClr val="16213A"/>
                </a:solidFill>
                <a:latin typeface="Arial"/>
                <a:ea typeface="Arial"/>
                <a:cs typeface="Arial"/>
              </a:defRPr>
            </a:lvl1pPr>
            <a:lvl2pPr>
              <a:defRPr sz="2025" b="1">
                <a:solidFill>
                  <a:srgbClr val="16213A"/>
                </a:solidFill>
                <a:latin typeface="Arial"/>
                <a:ea typeface="Arial"/>
                <a:cs typeface="Arial"/>
              </a:defRPr>
            </a:lvl2pPr>
            <a:lvl3pPr>
              <a:defRPr sz="2025" b="1">
                <a:solidFill>
                  <a:srgbClr val="16213A"/>
                </a:solidFill>
                <a:latin typeface="Arial"/>
                <a:ea typeface="Arial"/>
                <a:cs typeface="Arial"/>
              </a:defRPr>
            </a:lvl3pPr>
            <a:lvl4pPr>
              <a:defRPr sz="2025" b="1">
                <a:solidFill>
                  <a:srgbClr val="16213A"/>
                </a:solidFill>
                <a:latin typeface="Arial"/>
                <a:ea typeface="Arial"/>
                <a:cs typeface="Arial"/>
              </a:defRPr>
            </a:lvl4pPr>
            <a:lvl5pPr>
              <a:defRPr sz="2025" b="1">
                <a:solidFill>
                  <a:srgbClr val="16213A"/>
                </a:solidFill>
                <a:latin typeface="Arial"/>
                <a:ea typeface="Arial"/>
                <a:cs typeface="Arial"/>
              </a:defRPr>
            </a:lvl5pPr>
            <a:lvl6pPr>
              <a:defRPr sz="2025" b="1">
                <a:solidFill>
                  <a:srgbClr val="16213A"/>
                </a:solidFill>
                <a:latin typeface="Arial"/>
                <a:ea typeface="Arial"/>
                <a:cs typeface="Arial"/>
              </a:defRPr>
            </a:lvl6pPr>
            <a:lvl7pPr>
              <a:defRPr sz="2025" b="1">
                <a:solidFill>
                  <a:srgbClr val="16213A"/>
                </a:solidFill>
                <a:latin typeface="Arial"/>
                <a:ea typeface="Arial"/>
                <a:cs typeface="Arial"/>
              </a:defRPr>
            </a:lvl7pPr>
            <a:lvl8pPr>
              <a:defRPr sz="2025" b="1">
                <a:solidFill>
                  <a:srgbClr val="16213A"/>
                </a:solidFill>
                <a:latin typeface="Arial"/>
                <a:ea typeface="Arial"/>
                <a:cs typeface="Arial"/>
              </a:defRPr>
            </a:lvl8pPr>
            <a:lvl9pPr>
              <a:defRPr sz="2025" b="1">
                <a:solidFill>
                  <a:srgbClr val="16213A"/>
                </a:solidFill>
                <a:latin typeface="Arial"/>
                <a:ea typeface="Arial"/>
                <a:cs typeface="Arial"/>
              </a:defRPr>
            </a:lvl9pPr>
          </a:lstStyle>
          <a:p>
            <a:pPr>
              <a:defRPr sz="2025" b="1">
                <a:solidFill>
                  <a:srgbClr val="16213A"/>
                </a:solidFill>
                <a:latin typeface="Arial"/>
                <a:ea typeface="Arial"/>
                <a:cs typeface="Arial"/>
              </a:defRPr>
            </a:pPr>
            <a:r>
              <a:rPr sz="2025" b="1">
                <a:solidFill>
                  <a:srgbClr val="16213A"/>
                </a:solidFill>
                <a:latin typeface="Arial"/>
                <a:ea typeface="Arial"/>
                <a:cs typeface="Arial"/>
              </a:rPr>
              <a:t>Вопросы учитывают должность</a:t>
            </a:r>
          </a:p>
          <a:p>
            <a:pPr>
              <a:defRPr sz="2025" b="1">
                <a:solidFill>
                  <a:srgbClr val="16213A"/>
                </a:solidFill>
                <a:latin typeface="Arial"/>
                <a:ea typeface="Arial"/>
                <a:cs typeface="Arial"/>
              </a:defRPr>
            </a:pPr>
            <a:r>
              <a:rPr sz="2025" b="1">
                <a:solidFill>
                  <a:srgbClr val="16213A"/>
                </a:solidFill>
                <a:latin typeface="Arial"/>
                <a:ea typeface="Arial"/>
                <a:cs typeface="Arial"/>
              </a:rPr>
              <a:t>и предыдущие ответы.</a:t>
            </a:r>
          </a:p>
        </p:txBody>
      </p:sp>
      <p:sp>
        <p:nvSpPr>
          <p:cNvPr id="30" name="Прямоугольник 29">
            <a:extLst>
              <a:ext uri="{FF2B5EF4-FFF2-40B4-BE49-F238E27FC236}">
                <a16:creationId xmlns:a16="http://schemas.microsoft.com/office/drawing/2014/main" id="{8EE82C37-8077-4A5E-998C-4022F846C118}"/>
              </a:ext>
            </a:extLst>
          </p:cNvPr>
          <p:cNvSpPr>
            <a:spLocks noGrp="1"/>
          </p:cNvSpPr>
          <p:nvPr/>
        </p:nvSpPr>
        <p:spPr>
          <a:xfrm>
            <a:off x="7239000" y="5095875"/>
            <a:ext cx="4381500" cy="762000"/>
          </a:xfrm>
          <a:prstGeom prst="rect">
            <a:avLst/>
          </a:prstGeom>
          <a:noFill/>
          <a:ln w="0">
            <a:noFill/>
          </a:ln>
        </p:spPr>
        <p:txBody>
          <a:bodyPr/>
          <a:lstStyle>
            <a:defPPr>
              <a:defRPr sz="1950" b="1">
                <a:solidFill>
                  <a:srgbClr val="6E59F7"/>
                </a:solidFill>
                <a:latin typeface="Arial"/>
                <a:ea typeface="Arial"/>
                <a:cs typeface="Arial"/>
              </a:defRPr>
            </a:defPPr>
            <a:lvl1pPr>
              <a:defRPr sz="1950" b="1">
                <a:solidFill>
                  <a:srgbClr val="6E59F7"/>
                </a:solidFill>
                <a:latin typeface="Arial"/>
                <a:ea typeface="Arial"/>
                <a:cs typeface="Arial"/>
              </a:defRPr>
            </a:lvl1pPr>
            <a:lvl2pPr>
              <a:defRPr sz="1950" b="1">
                <a:solidFill>
                  <a:srgbClr val="6E59F7"/>
                </a:solidFill>
                <a:latin typeface="Arial"/>
                <a:ea typeface="Arial"/>
                <a:cs typeface="Arial"/>
              </a:defRPr>
            </a:lvl2pPr>
            <a:lvl3pPr>
              <a:defRPr sz="1950" b="1">
                <a:solidFill>
                  <a:srgbClr val="6E59F7"/>
                </a:solidFill>
                <a:latin typeface="Arial"/>
                <a:ea typeface="Arial"/>
                <a:cs typeface="Arial"/>
              </a:defRPr>
            </a:lvl3pPr>
            <a:lvl4pPr>
              <a:defRPr sz="1950" b="1">
                <a:solidFill>
                  <a:srgbClr val="6E59F7"/>
                </a:solidFill>
                <a:latin typeface="Arial"/>
                <a:ea typeface="Arial"/>
                <a:cs typeface="Arial"/>
              </a:defRPr>
            </a:lvl4pPr>
            <a:lvl5pPr>
              <a:defRPr sz="1950" b="1">
                <a:solidFill>
                  <a:srgbClr val="6E59F7"/>
                </a:solidFill>
                <a:latin typeface="Arial"/>
                <a:ea typeface="Arial"/>
                <a:cs typeface="Arial"/>
              </a:defRPr>
            </a:lvl5pPr>
            <a:lvl6pPr>
              <a:defRPr sz="1950" b="1">
                <a:solidFill>
                  <a:srgbClr val="6E59F7"/>
                </a:solidFill>
                <a:latin typeface="Arial"/>
                <a:ea typeface="Arial"/>
                <a:cs typeface="Arial"/>
              </a:defRPr>
            </a:lvl6pPr>
            <a:lvl7pPr>
              <a:defRPr sz="1950" b="1">
                <a:solidFill>
                  <a:srgbClr val="6E59F7"/>
                </a:solidFill>
                <a:latin typeface="Arial"/>
                <a:ea typeface="Arial"/>
                <a:cs typeface="Arial"/>
              </a:defRPr>
            </a:lvl7pPr>
            <a:lvl8pPr>
              <a:defRPr sz="1950" b="1">
                <a:solidFill>
                  <a:srgbClr val="6E59F7"/>
                </a:solidFill>
                <a:latin typeface="Arial"/>
                <a:ea typeface="Arial"/>
                <a:cs typeface="Arial"/>
              </a:defRPr>
            </a:lvl8pPr>
            <a:lvl9pPr>
              <a:defRPr sz="1950" b="1">
                <a:solidFill>
                  <a:srgbClr val="6E59F7"/>
                </a:solidFill>
                <a:latin typeface="Arial"/>
                <a:ea typeface="Arial"/>
                <a:cs typeface="Arial"/>
              </a:defRPr>
            </a:lvl9pPr>
          </a:lstStyle>
          <a:p>
            <a:pPr>
              <a:defRPr sz="1950" b="1">
                <a:solidFill>
                  <a:srgbClr val="6E59F7"/>
                </a:solidFill>
                <a:latin typeface="Arial"/>
                <a:ea typeface="Arial"/>
                <a:cs typeface="Arial"/>
              </a:defRPr>
            </a:pPr>
            <a:r>
              <a:rPr sz="1950" b="1" dirty="0">
                <a:solidFill>
                  <a:srgbClr val="6E59F7"/>
                </a:solidFill>
                <a:latin typeface="Arial"/>
                <a:ea typeface="Arial"/>
                <a:cs typeface="Arial"/>
              </a:rPr>
              <a:t>«Я </a:t>
            </a:r>
            <a:r>
              <a:rPr sz="1950" b="1" dirty="0" err="1">
                <a:solidFill>
                  <a:srgbClr val="6E59F7"/>
                </a:solidFill>
                <a:latin typeface="Arial"/>
                <a:ea typeface="Arial"/>
                <a:cs typeface="Arial"/>
              </a:rPr>
              <a:t>так</a:t>
            </a:r>
            <a:r>
              <a:rPr sz="1950" b="1" dirty="0">
                <a:solidFill>
                  <a:srgbClr val="6E59F7"/>
                </a:solidFill>
                <a:latin typeface="Arial"/>
                <a:ea typeface="Arial"/>
                <a:cs typeface="Arial"/>
              </a:rPr>
              <a:t> 20 </a:t>
            </a:r>
            <a:r>
              <a:rPr sz="1950" b="1" dirty="0" err="1">
                <a:solidFill>
                  <a:srgbClr val="6E59F7"/>
                </a:solidFill>
                <a:latin typeface="Arial"/>
                <a:ea typeface="Arial"/>
                <a:cs typeface="Arial"/>
              </a:rPr>
              <a:t>лет</a:t>
            </a:r>
            <a:r>
              <a:rPr sz="1950" b="1" dirty="0">
                <a:solidFill>
                  <a:srgbClr val="6E59F7"/>
                </a:solidFill>
                <a:latin typeface="Arial"/>
                <a:ea typeface="Arial"/>
                <a:cs typeface="Arial"/>
              </a:rPr>
              <a:t> </a:t>
            </a:r>
            <a:r>
              <a:rPr sz="1950" b="1" dirty="0" err="1">
                <a:solidFill>
                  <a:srgbClr val="6E59F7"/>
                </a:solidFill>
                <a:latin typeface="Arial"/>
                <a:ea typeface="Arial"/>
                <a:cs typeface="Arial"/>
              </a:rPr>
              <a:t>делаю</a:t>
            </a:r>
            <a:r>
              <a:rPr sz="1950" b="1" dirty="0">
                <a:solidFill>
                  <a:srgbClr val="6E59F7"/>
                </a:solidFill>
                <a:latin typeface="Arial"/>
                <a:ea typeface="Arial"/>
                <a:cs typeface="Arial"/>
              </a:rPr>
              <a:t>»</a:t>
            </a:r>
          </a:p>
          <a:p>
            <a:pPr>
              <a:defRPr sz="1950" b="1">
                <a:solidFill>
                  <a:srgbClr val="6E59F7"/>
                </a:solidFill>
                <a:latin typeface="Arial"/>
                <a:ea typeface="Arial"/>
                <a:cs typeface="Arial"/>
              </a:defRPr>
            </a:pPr>
            <a:r>
              <a:rPr sz="1950" b="1" dirty="0" err="1">
                <a:solidFill>
                  <a:srgbClr val="6E59F7"/>
                </a:solidFill>
                <a:latin typeface="Arial"/>
                <a:ea typeface="Arial"/>
                <a:cs typeface="Arial"/>
              </a:rPr>
              <a:t>тоже</a:t>
            </a:r>
            <a:r>
              <a:rPr sz="1950" b="1" dirty="0">
                <a:solidFill>
                  <a:srgbClr val="6E59F7"/>
                </a:solidFill>
                <a:latin typeface="Arial"/>
                <a:ea typeface="Arial"/>
                <a:cs typeface="Arial"/>
              </a:rPr>
              <a:t> </a:t>
            </a:r>
            <a:r>
              <a:rPr sz="1950" b="1" dirty="0" err="1">
                <a:solidFill>
                  <a:srgbClr val="6E59F7"/>
                </a:solidFill>
                <a:latin typeface="Arial"/>
                <a:ea typeface="Arial"/>
                <a:cs typeface="Arial"/>
              </a:rPr>
              <a:t>придётся</a:t>
            </a:r>
            <a:r>
              <a:rPr sz="1950" b="1" dirty="0">
                <a:solidFill>
                  <a:srgbClr val="6E59F7"/>
                </a:solidFill>
                <a:latin typeface="Arial"/>
                <a:ea typeface="Arial"/>
                <a:cs typeface="Arial"/>
              </a:rPr>
              <a:t> </a:t>
            </a:r>
            <a:r>
              <a:rPr sz="1950" b="1" dirty="0" err="1">
                <a:solidFill>
                  <a:srgbClr val="6E59F7"/>
                </a:solidFill>
                <a:latin typeface="Arial"/>
                <a:ea typeface="Arial"/>
                <a:cs typeface="Arial"/>
              </a:rPr>
              <a:t>объяснить</a:t>
            </a:r>
            <a:r>
              <a:rPr sz="1950" b="1" dirty="0">
                <a:solidFill>
                  <a:srgbClr val="6E59F7"/>
                </a:solidFill>
                <a:latin typeface="Arial"/>
                <a:ea typeface="Arial"/>
                <a:cs typeface="Arial"/>
              </a:rPr>
              <a:t>.</a:t>
            </a:r>
          </a:p>
        </p:txBody>
      </p:sp>
      <p:sp>
        <p:nvSpPr>
          <p:cNvPr id="31" name="Прямоугольник 30">
            <a:extLst>
              <a:ext uri="{FF2B5EF4-FFF2-40B4-BE49-F238E27FC236}">
                <a16:creationId xmlns:a16="http://schemas.microsoft.com/office/drawing/2014/main" id="{97E1F677-A58F-44BF-9B1D-A6124122F4E3}"/>
              </a:ext>
            </a:extLst>
          </p:cNvPr>
          <p:cNvSpPr>
            <a:spLocks noGrp="1"/>
          </p:cNvSpPr>
          <p:nvPr/>
        </p:nvSpPr>
        <p:spPr>
          <a:xfrm>
            <a:off x="571500" y="5953125"/>
            <a:ext cx="11049000" cy="333375"/>
          </a:xfrm>
          <a:prstGeom prst="rect">
            <a:avLst/>
          </a:prstGeom>
          <a:noFill/>
          <a:ln w="0">
            <a:noFill/>
          </a:ln>
        </p:spPr>
        <p:txBody>
          <a:bodyPr/>
          <a:lstStyle>
            <a:defPPr>
              <a:defRPr sz="1275" b="0">
                <a:solidFill>
                  <a:srgbClr val="63708A"/>
                </a:solidFill>
                <a:latin typeface="Arial"/>
                <a:ea typeface="Arial"/>
                <a:cs typeface="Arial"/>
              </a:defRPr>
            </a:defPPr>
            <a:lvl1pPr>
              <a:defRPr sz="1275" b="0">
                <a:solidFill>
                  <a:srgbClr val="63708A"/>
                </a:solidFill>
                <a:latin typeface="Arial"/>
                <a:ea typeface="Arial"/>
                <a:cs typeface="Arial"/>
              </a:defRPr>
            </a:lvl1pPr>
            <a:lvl2pPr>
              <a:defRPr sz="1275" b="0">
                <a:solidFill>
                  <a:srgbClr val="63708A"/>
                </a:solidFill>
                <a:latin typeface="Arial"/>
                <a:ea typeface="Arial"/>
                <a:cs typeface="Arial"/>
              </a:defRPr>
            </a:lvl2pPr>
            <a:lvl3pPr>
              <a:defRPr sz="1275" b="0">
                <a:solidFill>
                  <a:srgbClr val="63708A"/>
                </a:solidFill>
                <a:latin typeface="Arial"/>
                <a:ea typeface="Arial"/>
                <a:cs typeface="Arial"/>
              </a:defRPr>
            </a:lvl3pPr>
            <a:lvl4pPr>
              <a:defRPr sz="1275" b="0">
                <a:solidFill>
                  <a:srgbClr val="63708A"/>
                </a:solidFill>
                <a:latin typeface="Arial"/>
                <a:ea typeface="Arial"/>
                <a:cs typeface="Arial"/>
              </a:defRPr>
            </a:lvl4pPr>
            <a:lvl5pPr>
              <a:defRPr sz="1275" b="0">
                <a:solidFill>
                  <a:srgbClr val="63708A"/>
                </a:solidFill>
                <a:latin typeface="Arial"/>
                <a:ea typeface="Arial"/>
                <a:cs typeface="Arial"/>
              </a:defRPr>
            </a:lvl5pPr>
            <a:lvl6pPr>
              <a:defRPr sz="1275" b="0">
                <a:solidFill>
                  <a:srgbClr val="63708A"/>
                </a:solidFill>
                <a:latin typeface="Arial"/>
                <a:ea typeface="Arial"/>
                <a:cs typeface="Arial"/>
              </a:defRPr>
            </a:lvl6pPr>
            <a:lvl7pPr>
              <a:defRPr sz="1275" b="0">
                <a:solidFill>
                  <a:srgbClr val="63708A"/>
                </a:solidFill>
                <a:latin typeface="Arial"/>
                <a:ea typeface="Arial"/>
                <a:cs typeface="Arial"/>
              </a:defRPr>
            </a:lvl7pPr>
            <a:lvl8pPr>
              <a:defRPr sz="1275" b="0">
                <a:solidFill>
                  <a:srgbClr val="63708A"/>
                </a:solidFill>
                <a:latin typeface="Arial"/>
                <a:ea typeface="Arial"/>
                <a:cs typeface="Arial"/>
              </a:defRPr>
            </a:lvl8pPr>
            <a:lvl9pPr>
              <a:defRPr sz="1275" b="0">
                <a:solidFill>
                  <a:srgbClr val="63708A"/>
                </a:solidFill>
                <a:latin typeface="Arial"/>
                <a:ea typeface="Arial"/>
                <a:cs typeface="Arial"/>
              </a:defRPr>
            </a:lvl9pPr>
          </a:lstStyle>
          <a:p>
            <a:pPr>
              <a:defRPr sz="1275" b="0">
                <a:solidFill>
                  <a:srgbClr val="63708A"/>
                </a:solidFill>
                <a:latin typeface="Arial"/>
                <a:ea typeface="Arial"/>
                <a:cs typeface="Arial"/>
              </a:defRPr>
            </a:pPr>
            <a:r>
              <a:rPr sz="1275" b="0">
                <a:solidFill>
                  <a:srgbClr val="63708A"/>
                </a:solidFill>
                <a:latin typeface="Arial"/>
                <a:ea typeface="Arial"/>
                <a:cs typeface="Arial"/>
              </a:rPr>
              <a:t>Скриншот сохранённого ответа из реального прохождения A1</a:t>
            </a:r>
          </a:p>
        </p:txBody>
      </p:sp>
    </p:spTree>
    <p:extLst>
      <p:ext uri="{BB962C8B-B14F-4D97-AF65-F5344CB8AC3E}">
        <p14:creationId xmlns:p14="http://schemas.microsoft.com/office/powerpoint/2010/main" val="1950605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35" name="box">
            <a:extLst>
              <a:ext uri="{FF2B5EF4-FFF2-40B4-BE49-F238E27FC236}">
                <a16:creationId xmlns:a16="http://schemas.microsoft.com/office/drawing/2014/main" id="{5841C21E-A373-415E-8BCB-9BCD6EFA6C03}"/>
              </a:ext>
            </a:extLst>
          </p:cNvPr>
          <p:cNvSpPr>
            <a:spLocks noGrp="1"/>
          </p:cNvSpPr>
          <p:nvPr/>
        </p:nvSpPr>
        <p:spPr>
          <a:xfrm>
            <a:off x="0" y="0"/>
            <a:ext cx="95250" cy="6858000"/>
          </a:xfrm>
          <a:prstGeom prst="rect">
            <a:avLst/>
          </a:prstGeom>
          <a:solidFill>
            <a:srgbClr val="6E59F7"/>
          </a:solidFill>
          <a:ln w="0">
            <a:noFill/>
            <a:prstDash val="solid"/>
          </a:ln>
        </p:spPr>
        <p:txBody>
          <a:bodyPr/>
          <a:lstStyle/>
          <a:p>
            <a:endParaRPr/>
          </a:p>
        </p:txBody>
      </p:sp>
      <p:sp>
        <p:nvSpPr>
          <p:cNvPr id="4" name="Прямая соединительная линия 3">
            <a:extLst>
              <a:ext uri="{FF2B5EF4-FFF2-40B4-BE49-F238E27FC236}">
                <a16:creationId xmlns:a16="http://schemas.microsoft.com/office/drawing/2014/main" id="{ED1D850E-7E81-4F61-8DF5-1431EF4C2A47}"/>
              </a:ext>
            </a:extLst>
          </p:cNvPr>
          <p:cNvSpPr>
            <a:spLocks noGrp="1"/>
          </p:cNvSpPr>
          <p:nvPr/>
        </p:nvSpPr>
        <p:spPr>
          <a:xfrm>
            <a:off x="476250" y="6334125"/>
            <a:ext cx="11239500" cy="0"/>
          </a:xfrm>
          <a:prstGeom prst="line">
            <a:avLst/>
          </a:prstGeom>
          <a:noFill/>
          <a:ln w="9525">
            <a:solidFill>
              <a:srgbClr val="D9DDF0"/>
            </a:solidFill>
            <a:prstDash val="solid"/>
          </a:ln>
        </p:spPr>
        <p:txBody>
          <a:bodyPr/>
          <a:lstStyle/>
          <a:p>
            <a:endParaRPr/>
          </a:p>
        </p:txBody>
      </p:sp>
      <p:sp>
        <p:nvSpPr>
          <p:cNvPr id="36" name="Прямоугольник 35">
            <a:extLst>
              <a:ext uri="{FF2B5EF4-FFF2-40B4-BE49-F238E27FC236}">
                <a16:creationId xmlns:a16="http://schemas.microsoft.com/office/drawing/2014/main" id="{3334387B-D698-482B-AA91-355DB14B07C7}"/>
              </a:ext>
            </a:extLst>
          </p:cNvPr>
          <p:cNvSpPr>
            <a:spLocks noGrp="1"/>
          </p:cNvSpPr>
          <p:nvPr/>
        </p:nvSpPr>
        <p:spPr>
          <a:xfrm>
            <a:off x="476250" y="285750"/>
            <a:ext cx="6667500" cy="238125"/>
          </a:xfrm>
          <a:prstGeom prst="rect">
            <a:avLst/>
          </a:prstGeom>
          <a:noFill/>
          <a:ln w="0">
            <a:noFill/>
          </a:ln>
        </p:spPr>
        <p:txBody>
          <a:bodyPr/>
          <a:lstStyle>
            <a:defPPr>
              <a:defRPr sz="1050" b="1">
                <a:solidFill>
                  <a:srgbClr val="6E59F7"/>
                </a:solidFill>
                <a:latin typeface="Arial"/>
                <a:ea typeface="Arial"/>
                <a:cs typeface="Arial"/>
              </a:defRPr>
            </a:defPPr>
            <a:lvl1pPr>
              <a:defRPr sz="1050" b="1">
                <a:solidFill>
                  <a:srgbClr val="6E59F7"/>
                </a:solidFill>
                <a:latin typeface="Arial"/>
                <a:ea typeface="Arial"/>
                <a:cs typeface="Arial"/>
              </a:defRPr>
            </a:lvl1pPr>
            <a:lvl2pPr>
              <a:defRPr sz="1050" b="1">
                <a:solidFill>
                  <a:srgbClr val="6E59F7"/>
                </a:solidFill>
                <a:latin typeface="Arial"/>
                <a:ea typeface="Arial"/>
                <a:cs typeface="Arial"/>
              </a:defRPr>
            </a:lvl2pPr>
            <a:lvl3pPr>
              <a:defRPr sz="1050" b="1">
                <a:solidFill>
                  <a:srgbClr val="6E59F7"/>
                </a:solidFill>
                <a:latin typeface="Arial"/>
                <a:ea typeface="Arial"/>
                <a:cs typeface="Arial"/>
              </a:defRPr>
            </a:lvl3pPr>
            <a:lvl4pPr>
              <a:defRPr sz="1050" b="1">
                <a:solidFill>
                  <a:srgbClr val="6E59F7"/>
                </a:solidFill>
                <a:latin typeface="Arial"/>
                <a:ea typeface="Arial"/>
                <a:cs typeface="Arial"/>
              </a:defRPr>
            </a:lvl4pPr>
            <a:lvl5pPr>
              <a:defRPr sz="1050" b="1">
                <a:solidFill>
                  <a:srgbClr val="6E59F7"/>
                </a:solidFill>
                <a:latin typeface="Arial"/>
                <a:ea typeface="Arial"/>
                <a:cs typeface="Arial"/>
              </a:defRPr>
            </a:lvl5pPr>
            <a:lvl6pPr>
              <a:defRPr sz="1050" b="1">
                <a:solidFill>
                  <a:srgbClr val="6E59F7"/>
                </a:solidFill>
                <a:latin typeface="Arial"/>
                <a:ea typeface="Arial"/>
                <a:cs typeface="Arial"/>
              </a:defRPr>
            </a:lvl6pPr>
            <a:lvl7pPr>
              <a:defRPr sz="1050" b="1">
                <a:solidFill>
                  <a:srgbClr val="6E59F7"/>
                </a:solidFill>
                <a:latin typeface="Arial"/>
                <a:ea typeface="Arial"/>
                <a:cs typeface="Arial"/>
              </a:defRPr>
            </a:lvl7pPr>
            <a:lvl8pPr>
              <a:defRPr sz="1050" b="1">
                <a:solidFill>
                  <a:srgbClr val="6E59F7"/>
                </a:solidFill>
                <a:latin typeface="Arial"/>
                <a:ea typeface="Arial"/>
                <a:cs typeface="Arial"/>
              </a:defRPr>
            </a:lvl8pPr>
            <a:lvl9pPr>
              <a:defRPr sz="1050" b="1">
                <a:solidFill>
                  <a:srgbClr val="6E59F7"/>
                </a:solidFill>
                <a:latin typeface="Arial"/>
                <a:ea typeface="Arial"/>
                <a:cs typeface="Arial"/>
              </a:defRPr>
            </a:lvl9pPr>
          </a:lstStyle>
          <a:p>
            <a:pPr>
              <a:defRPr sz="1050" b="1">
                <a:solidFill>
                  <a:srgbClr val="6E59F7"/>
                </a:solidFill>
                <a:latin typeface="Arial"/>
                <a:ea typeface="Arial"/>
                <a:cs typeface="Arial"/>
              </a:defRPr>
            </a:pPr>
            <a:r>
              <a:rPr sz="1050" b="1">
                <a:solidFill>
                  <a:srgbClr val="6E59F7"/>
                </a:solidFill>
                <a:latin typeface="Arial"/>
                <a:ea typeface="Arial"/>
                <a:cs typeface="Arial"/>
              </a:rPr>
              <a:t>BI ACADEMY</a:t>
            </a:r>
          </a:p>
        </p:txBody>
      </p:sp>
      <p:sp>
        <p:nvSpPr>
          <p:cNvPr id="37" name="Прямоугольник 36">
            <a:extLst>
              <a:ext uri="{FF2B5EF4-FFF2-40B4-BE49-F238E27FC236}">
                <a16:creationId xmlns:a16="http://schemas.microsoft.com/office/drawing/2014/main" id="{09EB79EA-F566-4B34-915C-7E89B5A716E2}"/>
              </a:ext>
            </a:extLst>
          </p:cNvPr>
          <p:cNvSpPr>
            <a:spLocks noGrp="1"/>
          </p:cNvSpPr>
          <p:nvPr/>
        </p:nvSpPr>
        <p:spPr>
          <a:xfrm>
            <a:off x="11334750" y="6448425"/>
            <a:ext cx="428625" cy="190500"/>
          </a:xfrm>
          <a:prstGeom prst="rect">
            <a:avLst/>
          </a:prstGeom>
          <a:noFill/>
          <a:ln w="0">
            <a:noFill/>
          </a:ln>
        </p:spPr>
        <p:txBody>
          <a:bodyPr/>
          <a:lstStyle>
            <a:defPPr>
              <a:defRPr sz="975" b="0">
                <a:solidFill>
                  <a:srgbClr val="63708A"/>
                </a:solidFill>
                <a:latin typeface="Arial"/>
                <a:ea typeface="Arial"/>
                <a:cs typeface="Arial"/>
              </a:defRPr>
            </a:defPPr>
            <a:lvl1pPr>
              <a:defRPr sz="975" b="0">
                <a:solidFill>
                  <a:srgbClr val="63708A"/>
                </a:solidFill>
                <a:latin typeface="Arial"/>
                <a:ea typeface="Arial"/>
                <a:cs typeface="Arial"/>
              </a:defRPr>
            </a:lvl1pPr>
            <a:lvl2pPr>
              <a:defRPr sz="975" b="0">
                <a:solidFill>
                  <a:srgbClr val="63708A"/>
                </a:solidFill>
                <a:latin typeface="Arial"/>
                <a:ea typeface="Arial"/>
                <a:cs typeface="Arial"/>
              </a:defRPr>
            </a:lvl2pPr>
            <a:lvl3pPr>
              <a:defRPr sz="975" b="0">
                <a:solidFill>
                  <a:srgbClr val="63708A"/>
                </a:solidFill>
                <a:latin typeface="Arial"/>
                <a:ea typeface="Arial"/>
                <a:cs typeface="Arial"/>
              </a:defRPr>
            </a:lvl3pPr>
            <a:lvl4pPr>
              <a:defRPr sz="975" b="0">
                <a:solidFill>
                  <a:srgbClr val="63708A"/>
                </a:solidFill>
                <a:latin typeface="Arial"/>
                <a:ea typeface="Arial"/>
                <a:cs typeface="Arial"/>
              </a:defRPr>
            </a:lvl4pPr>
            <a:lvl5pPr>
              <a:defRPr sz="975" b="0">
                <a:solidFill>
                  <a:srgbClr val="63708A"/>
                </a:solidFill>
                <a:latin typeface="Arial"/>
                <a:ea typeface="Arial"/>
                <a:cs typeface="Arial"/>
              </a:defRPr>
            </a:lvl5pPr>
            <a:lvl6pPr>
              <a:defRPr sz="975" b="0">
                <a:solidFill>
                  <a:srgbClr val="63708A"/>
                </a:solidFill>
                <a:latin typeface="Arial"/>
                <a:ea typeface="Arial"/>
                <a:cs typeface="Arial"/>
              </a:defRPr>
            </a:lvl6pPr>
            <a:lvl7pPr>
              <a:defRPr sz="975" b="0">
                <a:solidFill>
                  <a:srgbClr val="63708A"/>
                </a:solidFill>
                <a:latin typeface="Arial"/>
                <a:ea typeface="Arial"/>
                <a:cs typeface="Arial"/>
              </a:defRPr>
            </a:lvl7pPr>
            <a:lvl8pPr>
              <a:defRPr sz="975" b="0">
                <a:solidFill>
                  <a:srgbClr val="63708A"/>
                </a:solidFill>
                <a:latin typeface="Arial"/>
                <a:ea typeface="Arial"/>
                <a:cs typeface="Arial"/>
              </a:defRPr>
            </a:lvl8pPr>
            <a:lvl9pPr>
              <a:defRPr sz="975" b="0">
                <a:solidFill>
                  <a:srgbClr val="63708A"/>
                </a:solidFill>
                <a:latin typeface="Arial"/>
                <a:ea typeface="Arial"/>
                <a:cs typeface="Arial"/>
              </a:defRPr>
            </a:lvl9pPr>
          </a:lstStyle>
          <a:p>
            <a:pPr>
              <a:defRPr sz="975" b="0">
                <a:solidFill>
                  <a:srgbClr val="63708A"/>
                </a:solidFill>
                <a:latin typeface="Arial"/>
                <a:ea typeface="Arial"/>
                <a:cs typeface="Arial"/>
              </a:defRPr>
            </a:pPr>
            <a:r>
              <a:rPr sz="975" b="0">
                <a:solidFill>
                  <a:srgbClr val="63708A"/>
                </a:solidFill>
                <a:latin typeface="Arial"/>
                <a:ea typeface="Arial"/>
                <a:cs typeface="Arial"/>
              </a:rPr>
              <a:t>03</a:t>
            </a:r>
          </a:p>
        </p:txBody>
      </p:sp>
      <p:sp>
        <p:nvSpPr>
          <p:cNvPr id="38" name="Прямоугольник 37">
            <a:extLst>
              <a:ext uri="{FF2B5EF4-FFF2-40B4-BE49-F238E27FC236}">
                <a16:creationId xmlns:a16="http://schemas.microsoft.com/office/drawing/2014/main" id="{4528CC05-F969-4D6D-8168-F187628789E3}"/>
              </a:ext>
            </a:extLst>
          </p:cNvPr>
          <p:cNvSpPr>
            <a:spLocks noGrp="1"/>
          </p:cNvSpPr>
          <p:nvPr/>
        </p:nvSpPr>
        <p:spPr>
          <a:xfrm>
            <a:off x="571500" y="838200"/>
            <a:ext cx="11049000" cy="714375"/>
          </a:xfrm>
          <a:prstGeom prst="rect">
            <a:avLst/>
          </a:prstGeom>
          <a:noFill/>
          <a:ln w="0">
            <a:noFill/>
          </a:ln>
        </p:spPr>
        <p:txBody>
          <a:bodyPr/>
          <a:lstStyle>
            <a:defPPr>
              <a:defRPr sz="3300" b="1">
                <a:solidFill>
                  <a:srgbClr val="16213A"/>
                </a:solidFill>
                <a:latin typeface="Arial"/>
                <a:ea typeface="Arial"/>
                <a:cs typeface="Arial"/>
              </a:defRPr>
            </a:defPPr>
            <a:lvl1pPr>
              <a:defRPr sz="3300" b="1">
                <a:solidFill>
                  <a:srgbClr val="16213A"/>
                </a:solidFill>
                <a:latin typeface="Arial"/>
                <a:ea typeface="Arial"/>
                <a:cs typeface="Arial"/>
              </a:defRPr>
            </a:lvl1pPr>
            <a:lvl2pPr>
              <a:defRPr sz="3300" b="1">
                <a:solidFill>
                  <a:srgbClr val="16213A"/>
                </a:solidFill>
                <a:latin typeface="Arial"/>
                <a:ea typeface="Arial"/>
                <a:cs typeface="Arial"/>
              </a:defRPr>
            </a:lvl2pPr>
            <a:lvl3pPr>
              <a:defRPr sz="3300" b="1">
                <a:solidFill>
                  <a:srgbClr val="16213A"/>
                </a:solidFill>
                <a:latin typeface="Arial"/>
                <a:ea typeface="Arial"/>
                <a:cs typeface="Arial"/>
              </a:defRPr>
            </a:lvl3pPr>
            <a:lvl4pPr>
              <a:defRPr sz="3300" b="1">
                <a:solidFill>
                  <a:srgbClr val="16213A"/>
                </a:solidFill>
                <a:latin typeface="Arial"/>
                <a:ea typeface="Arial"/>
                <a:cs typeface="Arial"/>
              </a:defRPr>
            </a:lvl4pPr>
            <a:lvl5pPr>
              <a:defRPr sz="3300" b="1">
                <a:solidFill>
                  <a:srgbClr val="16213A"/>
                </a:solidFill>
                <a:latin typeface="Arial"/>
                <a:ea typeface="Arial"/>
                <a:cs typeface="Arial"/>
              </a:defRPr>
            </a:lvl5pPr>
            <a:lvl6pPr>
              <a:defRPr sz="3300" b="1">
                <a:solidFill>
                  <a:srgbClr val="16213A"/>
                </a:solidFill>
                <a:latin typeface="Arial"/>
                <a:ea typeface="Arial"/>
                <a:cs typeface="Arial"/>
              </a:defRPr>
            </a:lvl6pPr>
            <a:lvl7pPr>
              <a:defRPr sz="3300" b="1">
                <a:solidFill>
                  <a:srgbClr val="16213A"/>
                </a:solidFill>
                <a:latin typeface="Arial"/>
                <a:ea typeface="Arial"/>
                <a:cs typeface="Arial"/>
              </a:defRPr>
            </a:lvl7pPr>
            <a:lvl8pPr>
              <a:defRPr sz="3300" b="1">
                <a:solidFill>
                  <a:srgbClr val="16213A"/>
                </a:solidFill>
                <a:latin typeface="Arial"/>
                <a:ea typeface="Arial"/>
                <a:cs typeface="Arial"/>
              </a:defRPr>
            </a:lvl8pPr>
            <a:lvl9pPr>
              <a:defRPr sz="3300" b="1">
                <a:solidFill>
                  <a:srgbClr val="16213A"/>
                </a:solidFill>
                <a:latin typeface="Arial"/>
                <a:ea typeface="Arial"/>
                <a:cs typeface="Arial"/>
              </a:defRPr>
            </a:lvl9pPr>
          </a:lstStyle>
          <a:p>
            <a:pPr>
              <a:defRPr sz="3300" b="1">
                <a:solidFill>
                  <a:srgbClr val="16213A"/>
                </a:solidFill>
                <a:latin typeface="Arial"/>
                <a:ea typeface="Arial"/>
                <a:cs typeface="Arial"/>
              </a:defRPr>
            </a:pPr>
            <a:r>
              <a:rPr sz="3300" b="1">
                <a:solidFill>
                  <a:srgbClr val="16213A"/>
                </a:solidFill>
                <a:latin typeface="Arial"/>
                <a:ea typeface="Arial"/>
                <a:cs typeface="Arial"/>
              </a:rPr>
              <a:t>После оценки есть что делать</a:t>
            </a:r>
          </a:p>
        </p:txBody>
      </p:sp>
      <p:sp>
        <p:nvSpPr>
          <p:cNvPr id="39" name="Прямоугольник 38">
            <a:extLst>
              <a:ext uri="{FF2B5EF4-FFF2-40B4-BE49-F238E27FC236}">
                <a16:creationId xmlns:a16="http://schemas.microsoft.com/office/drawing/2014/main" id="{C4B3DA80-ABC8-4318-AC3E-4B54C9EC70F5}"/>
              </a:ext>
            </a:extLst>
          </p:cNvPr>
          <p:cNvSpPr>
            <a:spLocks noGrp="1"/>
          </p:cNvSpPr>
          <p:nvPr/>
        </p:nvSpPr>
        <p:spPr>
          <a:xfrm>
            <a:off x="571500" y="1666875"/>
            <a:ext cx="11049000" cy="571500"/>
          </a:xfrm>
          <a:prstGeom prst="rect">
            <a:avLst/>
          </a:prstGeom>
          <a:noFill/>
          <a:ln w="0">
            <a:noFill/>
          </a:ln>
        </p:spPr>
        <p:txBody>
          <a:bodyPr/>
          <a:lstStyle>
            <a:defPPr>
              <a:defRPr sz="1800" b="0">
                <a:solidFill>
                  <a:srgbClr val="63708A"/>
                </a:solidFill>
                <a:latin typeface="Arial"/>
                <a:ea typeface="Arial"/>
                <a:cs typeface="Arial"/>
              </a:defRPr>
            </a:defPPr>
            <a:lvl1pPr>
              <a:defRPr sz="1800" b="0">
                <a:solidFill>
                  <a:srgbClr val="63708A"/>
                </a:solidFill>
                <a:latin typeface="Arial"/>
                <a:ea typeface="Arial"/>
                <a:cs typeface="Arial"/>
              </a:defRPr>
            </a:lvl1pPr>
            <a:lvl2pPr>
              <a:defRPr sz="1800" b="0">
                <a:solidFill>
                  <a:srgbClr val="63708A"/>
                </a:solidFill>
                <a:latin typeface="Arial"/>
                <a:ea typeface="Arial"/>
                <a:cs typeface="Arial"/>
              </a:defRPr>
            </a:lvl2pPr>
            <a:lvl3pPr>
              <a:defRPr sz="1800" b="0">
                <a:solidFill>
                  <a:srgbClr val="63708A"/>
                </a:solidFill>
                <a:latin typeface="Arial"/>
                <a:ea typeface="Arial"/>
                <a:cs typeface="Arial"/>
              </a:defRPr>
            </a:lvl3pPr>
            <a:lvl4pPr>
              <a:defRPr sz="1800" b="0">
                <a:solidFill>
                  <a:srgbClr val="63708A"/>
                </a:solidFill>
                <a:latin typeface="Arial"/>
                <a:ea typeface="Arial"/>
                <a:cs typeface="Arial"/>
              </a:defRPr>
            </a:lvl4pPr>
            <a:lvl5pPr>
              <a:defRPr sz="1800" b="0">
                <a:solidFill>
                  <a:srgbClr val="63708A"/>
                </a:solidFill>
                <a:latin typeface="Arial"/>
                <a:ea typeface="Arial"/>
                <a:cs typeface="Arial"/>
              </a:defRPr>
            </a:lvl5pPr>
            <a:lvl6pPr>
              <a:defRPr sz="1800" b="0">
                <a:solidFill>
                  <a:srgbClr val="63708A"/>
                </a:solidFill>
                <a:latin typeface="Arial"/>
                <a:ea typeface="Arial"/>
                <a:cs typeface="Arial"/>
              </a:defRPr>
            </a:lvl6pPr>
            <a:lvl7pPr>
              <a:defRPr sz="1800" b="0">
                <a:solidFill>
                  <a:srgbClr val="63708A"/>
                </a:solidFill>
                <a:latin typeface="Arial"/>
                <a:ea typeface="Arial"/>
                <a:cs typeface="Arial"/>
              </a:defRPr>
            </a:lvl7pPr>
            <a:lvl8pPr>
              <a:defRPr sz="1800" b="0">
                <a:solidFill>
                  <a:srgbClr val="63708A"/>
                </a:solidFill>
                <a:latin typeface="Arial"/>
                <a:ea typeface="Arial"/>
                <a:cs typeface="Arial"/>
              </a:defRPr>
            </a:lvl8pPr>
            <a:lvl9pPr>
              <a:defRPr sz="1800" b="0">
                <a:solidFill>
                  <a:srgbClr val="63708A"/>
                </a:solidFill>
                <a:latin typeface="Arial"/>
                <a:ea typeface="Arial"/>
                <a:cs typeface="Arial"/>
              </a:defRPr>
            </a:lvl9pPr>
          </a:lstStyle>
          <a:p>
            <a:pPr>
              <a:defRPr sz="1800" b="0">
                <a:solidFill>
                  <a:srgbClr val="63708A"/>
                </a:solidFill>
                <a:latin typeface="Arial"/>
                <a:ea typeface="Arial"/>
                <a:cs typeface="Arial"/>
              </a:defRPr>
            </a:pPr>
            <a:r>
              <a:rPr sz="1800" b="0">
                <a:solidFill>
                  <a:srgbClr val="63708A"/>
                </a:solidFill>
                <a:latin typeface="Arial"/>
                <a:ea typeface="Arial"/>
                <a:cs typeface="Arial"/>
              </a:rPr>
              <a:t>Четыре практики на 30 дней: задача, срок и понятный критерий результата</a:t>
            </a:r>
          </a:p>
        </p:txBody>
      </p:sp>
      <p:pic>
        <p:nvPicPr>
          <p:cNvPr id="40" name="Рисунок 39">
            <a:extLst>
              <a:ext uri="{FF2B5EF4-FFF2-40B4-BE49-F238E27FC236}">
                <a16:creationId xmlns:a16="http://schemas.microsoft.com/office/drawing/2014/main" id="{69835E5C-6511-408E-BAB0-25AFDA45E1FB}"/>
              </a:ext>
            </a:extLst>
          </p:cNvPr>
          <p:cNvPicPr>
            <a:picLocks noChangeAspect="1"/>
          </p:cNvPicPr>
          <p:nvPr/>
        </p:nvPicPr>
        <p:blipFill>
          <a:blip r:embed="rId3"/>
          <a:stretch/>
        </p:blipFill>
        <p:spPr>
          <a:xfrm>
            <a:off x="571500" y="2476500"/>
            <a:ext cx="9598893" cy="3143250"/>
          </a:xfrm>
          <a:prstGeom prst="rect">
            <a:avLst/>
          </a:prstGeom>
        </p:spPr>
      </p:pic>
      <p:sp>
        <p:nvSpPr>
          <p:cNvPr id="41" name="Прямоугольник 40">
            <a:extLst>
              <a:ext uri="{FF2B5EF4-FFF2-40B4-BE49-F238E27FC236}">
                <a16:creationId xmlns:a16="http://schemas.microsoft.com/office/drawing/2014/main" id="{7B40EED7-353E-451B-8979-E9BEBD07E2E5}"/>
              </a:ext>
            </a:extLst>
          </p:cNvPr>
          <p:cNvSpPr>
            <a:spLocks noGrp="1"/>
          </p:cNvSpPr>
          <p:nvPr/>
        </p:nvSpPr>
        <p:spPr>
          <a:xfrm>
            <a:off x="571500" y="5953125"/>
            <a:ext cx="11049000" cy="333375"/>
          </a:xfrm>
          <a:prstGeom prst="rect">
            <a:avLst/>
          </a:prstGeom>
          <a:noFill/>
          <a:ln w="0">
            <a:noFill/>
          </a:ln>
        </p:spPr>
        <p:txBody>
          <a:bodyPr/>
          <a:lstStyle>
            <a:defPPr>
              <a:defRPr sz="1275" b="0">
                <a:solidFill>
                  <a:srgbClr val="63708A"/>
                </a:solidFill>
                <a:latin typeface="Arial"/>
                <a:ea typeface="Arial"/>
                <a:cs typeface="Arial"/>
              </a:defRPr>
            </a:defPPr>
            <a:lvl1pPr>
              <a:defRPr sz="1275" b="0">
                <a:solidFill>
                  <a:srgbClr val="63708A"/>
                </a:solidFill>
                <a:latin typeface="Arial"/>
                <a:ea typeface="Arial"/>
                <a:cs typeface="Arial"/>
              </a:defRPr>
            </a:lvl1pPr>
            <a:lvl2pPr>
              <a:defRPr sz="1275" b="0">
                <a:solidFill>
                  <a:srgbClr val="63708A"/>
                </a:solidFill>
                <a:latin typeface="Arial"/>
                <a:ea typeface="Arial"/>
                <a:cs typeface="Arial"/>
              </a:defRPr>
            </a:lvl2pPr>
            <a:lvl3pPr>
              <a:defRPr sz="1275" b="0">
                <a:solidFill>
                  <a:srgbClr val="63708A"/>
                </a:solidFill>
                <a:latin typeface="Arial"/>
                <a:ea typeface="Arial"/>
                <a:cs typeface="Arial"/>
              </a:defRPr>
            </a:lvl3pPr>
            <a:lvl4pPr>
              <a:defRPr sz="1275" b="0">
                <a:solidFill>
                  <a:srgbClr val="63708A"/>
                </a:solidFill>
                <a:latin typeface="Arial"/>
                <a:ea typeface="Arial"/>
                <a:cs typeface="Arial"/>
              </a:defRPr>
            </a:lvl4pPr>
            <a:lvl5pPr>
              <a:defRPr sz="1275" b="0">
                <a:solidFill>
                  <a:srgbClr val="63708A"/>
                </a:solidFill>
                <a:latin typeface="Arial"/>
                <a:ea typeface="Arial"/>
                <a:cs typeface="Arial"/>
              </a:defRPr>
            </a:lvl5pPr>
            <a:lvl6pPr>
              <a:defRPr sz="1275" b="0">
                <a:solidFill>
                  <a:srgbClr val="63708A"/>
                </a:solidFill>
                <a:latin typeface="Arial"/>
                <a:ea typeface="Arial"/>
                <a:cs typeface="Arial"/>
              </a:defRPr>
            </a:lvl6pPr>
            <a:lvl7pPr>
              <a:defRPr sz="1275" b="0">
                <a:solidFill>
                  <a:srgbClr val="63708A"/>
                </a:solidFill>
                <a:latin typeface="Arial"/>
                <a:ea typeface="Arial"/>
                <a:cs typeface="Arial"/>
              </a:defRPr>
            </a:lvl7pPr>
            <a:lvl8pPr>
              <a:defRPr sz="1275" b="0">
                <a:solidFill>
                  <a:srgbClr val="63708A"/>
                </a:solidFill>
                <a:latin typeface="Arial"/>
                <a:ea typeface="Arial"/>
                <a:cs typeface="Arial"/>
              </a:defRPr>
            </a:lvl8pPr>
            <a:lvl9pPr>
              <a:defRPr sz="1275" b="0">
                <a:solidFill>
                  <a:srgbClr val="63708A"/>
                </a:solidFill>
                <a:latin typeface="Arial"/>
                <a:ea typeface="Arial"/>
                <a:cs typeface="Arial"/>
              </a:defRPr>
            </a:lvl9pPr>
          </a:lstStyle>
          <a:p>
            <a:pPr>
              <a:defRPr sz="1275" b="0">
                <a:solidFill>
                  <a:srgbClr val="63708A"/>
                </a:solidFill>
                <a:latin typeface="Arial"/>
                <a:ea typeface="Arial"/>
                <a:cs typeface="Arial"/>
              </a:defRPr>
            </a:pPr>
            <a:r>
              <a:rPr sz="1275" b="0">
                <a:solidFill>
                  <a:srgbClr val="63708A"/>
                </a:solidFill>
                <a:latin typeface="Arial"/>
                <a:ea typeface="Arial"/>
                <a:cs typeface="Arial"/>
              </a:rPr>
              <a:t>Персональная практика из результата A1. После выполнения сотрудник проходит тест повторно.</a:t>
            </a:r>
          </a:p>
        </p:txBody>
      </p:sp>
    </p:spTree>
    <p:extLst>
      <p:ext uri="{BB962C8B-B14F-4D97-AF65-F5344CB8AC3E}">
        <p14:creationId xmlns:p14="http://schemas.microsoft.com/office/powerpoint/2010/main" val="27951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a:extLst>
              <a:ext uri="{FF2B5EF4-FFF2-40B4-BE49-F238E27FC236}">
                <a16:creationId xmlns:a16="http://schemas.microsoft.com/office/drawing/2014/main" id="{BDF98732-3F4F-A99C-8AD9-1B9DA8830700}"/>
              </a:ext>
            </a:extLst>
          </p:cNvPr>
          <p:cNvSpPr>
            <a:spLocks noGrp="1"/>
          </p:cNvSpPr>
          <p:nvPr/>
        </p:nvSpPr>
        <p:spPr>
          <a:xfrm>
            <a:off x="0" y="0"/>
            <a:ext cx="95250" cy="6858000"/>
          </a:xfrm>
          <a:prstGeom prst="rect">
            <a:avLst/>
          </a:prstGeom>
          <a:solidFill>
            <a:srgbClr val="6E59F7"/>
          </a:solidFill>
          <a:ln w="0">
            <a:noFill/>
            <a:prstDash val="solid"/>
          </a:ln>
        </p:spPr>
        <p:txBody>
          <a:bodyPr/>
          <a:lstStyle/>
          <a:p>
            <a:endParaRPr/>
          </a:p>
        </p:txBody>
      </p:sp>
      <p:sp>
        <p:nvSpPr>
          <p:cNvPr id="4" name="Прямая соединительная линия 3">
            <a:extLst>
              <a:ext uri="{FF2B5EF4-FFF2-40B4-BE49-F238E27FC236}">
                <a16:creationId xmlns:a16="http://schemas.microsoft.com/office/drawing/2014/main" id="{6EBB7942-4C28-6BDA-5215-CFD5A5E9C492}"/>
              </a:ext>
            </a:extLst>
          </p:cNvPr>
          <p:cNvSpPr>
            <a:spLocks noGrp="1"/>
          </p:cNvSpPr>
          <p:nvPr/>
        </p:nvSpPr>
        <p:spPr>
          <a:xfrm>
            <a:off x="476250" y="6334125"/>
            <a:ext cx="11239500" cy="0"/>
          </a:xfrm>
          <a:prstGeom prst="line">
            <a:avLst/>
          </a:prstGeom>
          <a:noFill/>
          <a:ln w="9525">
            <a:solidFill>
              <a:srgbClr val="D9DDF0"/>
            </a:solidFill>
            <a:prstDash val="solid"/>
          </a:ln>
        </p:spPr>
        <p:txBody>
          <a:bodyPr/>
          <a:lstStyle/>
          <a:p>
            <a:endParaRPr/>
          </a:p>
        </p:txBody>
      </p:sp>
      <p:sp>
        <p:nvSpPr>
          <p:cNvPr id="5" name="Прямоугольник 4">
            <a:extLst>
              <a:ext uri="{FF2B5EF4-FFF2-40B4-BE49-F238E27FC236}">
                <a16:creationId xmlns:a16="http://schemas.microsoft.com/office/drawing/2014/main" id="{69AB9405-7E8F-451F-92C8-18BF9652001F}"/>
              </a:ext>
            </a:extLst>
          </p:cNvPr>
          <p:cNvSpPr>
            <a:spLocks noGrp="1"/>
          </p:cNvSpPr>
          <p:nvPr/>
        </p:nvSpPr>
        <p:spPr>
          <a:xfrm>
            <a:off x="476250" y="285750"/>
            <a:ext cx="6667500" cy="238125"/>
          </a:xfrm>
          <a:prstGeom prst="rect">
            <a:avLst/>
          </a:prstGeom>
          <a:noFill/>
          <a:ln w="0">
            <a:noFill/>
          </a:ln>
        </p:spPr>
        <p:txBody>
          <a:bodyPr/>
          <a:lstStyle>
            <a:defPPr>
              <a:defRPr sz="1050" b="1">
                <a:solidFill>
                  <a:srgbClr val="6E59F7"/>
                </a:solidFill>
                <a:latin typeface="Arial"/>
                <a:ea typeface="Arial"/>
                <a:cs typeface="Arial"/>
              </a:defRPr>
            </a:defPPr>
            <a:lvl1pPr>
              <a:defRPr sz="1050" b="1">
                <a:solidFill>
                  <a:srgbClr val="6E59F7"/>
                </a:solidFill>
                <a:latin typeface="Arial"/>
                <a:ea typeface="Arial"/>
                <a:cs typeface="Arial"/>
              </a:defRPr>
            </a:lvl1pPr>
            <a:lvl2pPr>
              <a:defRPr sz="1050" b="1">
                <a:solidFill>
                  <a:srgbClr val="6E59F7"/>
                </a:solidFill>
                <a:latin typeface="Arial"/>
                <a:ea typeface="Arial"/>
                <a:cs typeface="Arial"/>
              </a:defRPr>
            </a:lvl2pPr>
            <a:lvl3pPr>
              <a:defRPr sz="1050" b="1">
                <a:solidFill>
                  <a:srgbClr val="6E59F7"/>
                </a:solidFill>
                <a:latin typeface="Arial"/>
                <a:ea typeface="Arial"/>
                <a:cs typeface="Arial"/>
              </a:defRPr>
            </a:lvl3pPr>
            <a:lvl4pPr>
              <a:defRPr sz="1050" b="1">
                <a:solidFill>
                  <a:srgbClr val="6E59F7"/>
                </a:solidFill>
                <a:latin typeface="Arial"/>
                <a:ea typeface="Arial"/>
                <a:cs typeface="Arial"/>
              </a:defRPr>
            </a:lvl4pPr>
            <a:lvl5pPr>
              <a:defRPr sz="1050" b="1">
                <a:solidFill>
                  <a:srgbClr val="6E59F7"/>
                </a:solidFill>
                <a:latin typeface="Arial"/>
                <a:ea typeface="Arial"/>
                <a:cs typeface="Arial"/>
              </a:defRPr>
            </a:lvl5pPr>
            <a:lvl6pPr>
              <a:defRPr sz="1050" b="1">
                <a:solidFill>
                  <a:srgbClr val="6E59F7"/>
                </a:solidFill>
                <a:latin typeface="Arial"/>
                <a:ea typeface="Arial"/>
                <a:cs typeface="Arial"/>
              </a:defRPr>
            </a:lvl6pPr>
            <a:lvl7pPr>
              <a:defRPr sz="1050" b="1">
                <a:solidFill>
                  <a:srgbClr val="6E59F7"/>
                </a:solidFill>
                <a:latin typeface="Arial"/>
                <a:ea typeface="Arial"/>
                <a:cs typeface="Arial"/>
              </a:defRPr>
            </a:lvl7pPr>
            <a:lvl8pPr>
              <a:defRPr sz="1050" b="1">
                <a:solidFill>
                  <a:srgbClr val="6E59F7"/>
                </a:solidFill>
                <a:latin typeface="Arial"/>
                <a:ea typeface="Arial"/>
                <a:cs typeface="Arial"/>
              </a:defRPr>
            </a:lvl8pPr>
            <a:lvl9pPr>
              <a:defRPr sz="1050" b="1">
                <a:solidFill>
                  <a:srgbClr val="6E59F7"/>
                </a:solidFill>
                <a:latin typeface="Arial"/>
                <a:ea typeface="Arial"/>
                <a:cs typeface="Arial"/>
              </a:defRPr>
            </a:lvl9pPr>
          </a:lstStyle>
          <a:p>
            <a:pPr>
              <a:defRPr sz="1050" b="1">
                <a:solidFill>
                  <a:srgbClr val="6E59F7"/>
                </a:solidFill>
                <a:latin typeface="Arial"/>
                <a:ea typeface="Arial"/>
                <a:cs typeface="Arial"/>
              </a:defRPr>
            </a:pPr>
            <a:r>
              <a:rPr sz="1050" b="1">
                <a:solidFill>
                  <a:srgbClr val="6E59F7"/>
                </a:solidFill>
                <a:latin typeface="Arial"/>
                <a:ea typeface="Arial"/>
                <a:cs typeface="Arial"/>
              </a:rPr>
              <a:t>BI ACADEMY</a:t>
            </a:r>
          </a:p>
        </p:txBody>
      </p:sp>
      <p:sp>
        <p:nvSpPr>
          <p:cNvPr id="6" name="Прямоугольник 5">
            <a:extLst>
              <a:ext uri="{FF2B5EF4-FFF2-40B4-BE49-F238E27FC236}">
                <a16:creationId xmlns:a16="http://schemas.microsoft.com/office/drawing/2014/main" id="{B56F96C3-704B-43FE-8735-E6E933C28B6A}"/>
              </a:ext>
            </a:extLst>
          </p:cNvPr>
          <p:cNvSpPr>
            <a:spLocks noGrp="1"/>
          </p:cNvSpPr>
          <p:nvPr/>
        </p:nvSpPr>
        <p:spPr>
          <a:xfrm>
            <a:off x="11334750" y="6448425"/>
            <a:ext cx="428625" cy="190500"/>
          </a:xfrm>
          <a:prstGeom prst="rect">
            <a:avLst/>
          </a:prstGeom>
          <a:noFill/>
          <a:ln w="0">
            <a:noFill/>
          </a:ln>
        </p:spPr>
        <p:txBody>
          <a:bodyPr/>
          <a:lstStyle>
            <a:defPPr>
              <a:defRPr sz="975" b="0">
                <a:solidFill>
                  <a:srgbClr val="63708A"/>
                </a:solidFill>
                <a:latin typeface="Arial"/>
                <a:ea typeface="Arial"/>
                <a:cs typeface="Arial"/>
              </a:defRPr>
            </a:defPPr>
            <a:lvl1pPr>
              <a:defRPr sz="975" b="0">
                <a:solidFill>
                  <a:srgbClr val="63708A"/>
                </a:solidFill>
                <a:latin typeface="Arial"/>
                <a:ea typeface="Arial"/>
                <a:cs typeface="Arial"/>
              </a:defRPr>
            </a:lvl1pPr>
            <a:lvl2pPr>
              <a:defRPr sz="975" b="0">
                <a:solidFill>
                  <a:srgbClr val="63708A"/>
                </a:solidFill>
                <a:latin typeface="Arial"/>
                <a:ea typeface="Arial"/>
                <a:cs typeface="Arial"/>
              </a:defRPr>
            </a:lvl2pPr>
            <a:lvl3pPr>
              <a:defRPr sz="975" b="0">
                <a:solidFill>
                  <a:srgbClr val="63708A"/>
                </a:solidFill>
                <a:latin typeface="Arial"/>
                <a:ea typeface="Arial"/>
                <a:cs typeface="Arial"/>
              </a:defRPr>
            </a:lvl3pPr>
            <a:lvl4pPr>
              <a:defRPr sz="975" b="0">
                <a:solidFill>
                  <a:srgbClr val="63708A"/>
                </a:solidFill>
                <a:latin typeface="Arial"/>
                <a:ea typeface="Arial"/>
                <a:cs typeface="Arial"/>
              </a:defRPr>
            </a:lvl4pPr>
            <a:lvl5pPr>
              <a:defRPr sz="975" b="0">
                <a:solidFill>
                  <a:srgbClr val="63708A"/>
                </a:solidFill>
                <a:latin typeface="Arial"/>
                <a:ea typeface="Arial"/>
                <a:cs typeface="Arial"/>
              </a:defRPr>
            </a:lvl5pPr>
            <a:lvl6pPr>
              <a:defRPr sz="975" b="0">
                <a:solidFill>
                  <a:srgbClr val="63708A"/>
                </a:solidFill>
                <a:latin typeface="Arial"/>
                <a:ea typeface="Arial"/>
                <a:cs typeface="Arial"/>
              </a:defRPr>
            </a:lvl6pPr>
            <a:lvl7pPr>
              <a:defRPr sz="975" b="0">
                <a:solidFill>
                  <a:srgbClr val="63708A"/>
                </a:solidFill>
                <a:latin typeface="Arial"/>
                <a:ea typeface="Arial"/>
                <a:cs typeface="Arial"/>
              </a:defRPr>
            </a:lvl7pPr>
            <a:lvl8pPr>
              <a:defRPr sz="975" b="0">
                <a:solidFill>
                  <a:srgbClr val="63708A"/>
                </a:solidFill>
                <a:latin typeface="Arial"/>
                <a:ea typeface="Arial"/>
                <a:cs typeface="Arial"/>
              </a:defRPr>
            </a:lvl8pPr>
            <a:lvl9pPr>
              <a:defRPr sz="975" b="0">
                <a:solidFill>
                  <a:srgbClr val="63708A"/>
                </a:solidFill>
                <a:latin typeface="Arial"/>
                <a:ea typeface="Arial"/>
                <a:cs typeface="Arial"/>
              </a:defRPr>
            </a:lvl9pPr>
          </a:lstStyle>
          <a:p>
            <a:pPr>
              <a:defRPr sz="975" b="0">
                <a:solidFill>
                  <a:srgbClr val="63708A"/>
                </a:solidFill>
                <a:latin typeface="Arial"/>
                <a:ea typeface="Arial"/>
                <a:cs typeface="Arial"/>
              </a:defRPr>
            </a:pPr>
            <a:r>
              <a:rPr sz="975" b="0">
                <a:solidFill>
                  <a:srgbClr val="63708A"/>
                </a:solidFill>
                <a:latin typeface="Arial"/>
                <a:ea typeface="Arial"/>
                <a:cs typeface="Arial"/>
              </a:rPr>
              <a:t>04</a:t>
            </a:r>
          </a:p>
        </p:txBody>
      </p:sp>
      <p:sp>
        <p:nvSpPr>
          <p:cNvPr id="7" name="Прямоугольник 6">
            <a:extLst>
              <a:ext uri="{FF2B5EF4-FFF2-40B4-BE49-F238E27FC236}">
                <a16:creationId xmlns:a16="http://schemas.microsoft.com/office/drawing/2014/main" id="{F9EA10AF-60C7-4063-B57F-4883489A832F}"/>
              </a:ext>
            </a:extLst>
          </p:cNvPr>
          <p:cNvSpPr>
            <a:spLocks noGrp="1"/>
          </p:cNvSpPr>
          <p:nvPr/>
        </p:nvSpPr>
        <p:spPr>
          <a:xfrm>
            <a:off x="571500" y="838200"/>
            <a:ext cx="11049000" cy="714375"/>
          </a:xfrm>
          <a:prstGeom prst="rect">
            <a:avLst/>
          </a:prstGeom>
          <a:noFill/>
          <a:ln w="0">
            <a:noFill/>
          </a:ln>
        </p:spPr>
        <p:txBody>
          <a:bodyPr/>
          <a:lstStyle>
            <a:defPPr>
              <a:defRPr sz="3300" b="1">
                <a:solidFill>
                  <a:srgbClr val="16213A"/>
                </a:solidFill>
                <a:latin typeface="Arial"/>
                <a:ea typeface="Arial"/>
                <a:cs typeface="Arial"/>
              </a:defRPr>
            </a:defPPr>
            <a:lvl1pPr>
              <a:defRPr sz="3300" b="1">
                <a:solidFill>
                  <a:srgbClr val="16213A"/>
                </a:solidFill>
                <a:latin typeface="Arial"/>
                <a:ea typeface="Arial"/>
                <a:cs typeface="Arial"/>
              </a:defRPr>
            </a:lvl1pPr>
            <a:lvl2pPr>
              <a:defRPr sz="3300" b="1">
                <a:solidFill>
                  <a:srgbClr val="16213A"/>
                </a:solidFill>
                <a:latin typeface="Arial"/>
                <a:ea typeface="Arial"/>
                <a:cs typeface="Arial"/>
              </a:defRPr>
            </a:lvl2pPr>
            <a:lvl3pPr>
              <a:defRPr sz="3300" b="1">
                <a:solidFill>
                  <a:srgbClr val="16213A"/>
                </a:solidFill>
                <a:latin typeface="Arial"/>
                <a:ea typeface="Arial"/>
                <a:cs typeface="Arial"/>
              </a:defRPr>
            </a:lvl3pPr>
            <a:lvl4pPr>
              <a:defRPr sz="3300" b="1">
                <a:solidFill>
                  <a:srgbClr val="16213A"/>
                </a:solidFill>
                <a:latin typeface="Arial"/>
                <a:ea typeface="Arial"/>
                <a:cs typeface="Arial"/>
              </a:defRPr>
            </a:lvl4pPr>
            <a:lvl5pPr>
              <a:defRPr sz="3300" b="1">
                <a:solidFill>
                  <a:srgbClr val="16213A"/>
                </a:solidFill>
                <a:latin typeface="Arial"/>
                <a:ea typeface="Arial"/>
                <a:cs typeface="Arial"/>
              </a:defRPr>
            </a:lvl5pPr>
            <a:lvl6pPr>
              <a:defRPr sz="3300" b="1">
                <a:solidFill>
                  <a:srgbClr val="16213A"/>
                </a:solidFill>
                <a:latin typeface="Arial"/>
                <a:ea typeface="Arial"/>
                <a:cs typeface="Arial"/>
              </a:defRPr>
            </a:lvl6pPr>
            <a:lvl7pPr>
              <a:defRPr sz="3300" b="1">
                <a:solidFill>
                  <a:srgbClr val="16213A"/>
                </a:solidFill>
                <a:latin typeface="Arial"/>
                <a:ea typeface="Arial"/>
                <a:cs typeface="Arial"/>
              </a:defRPr>
            </a:lvl7pPr>
            <a:lvl8pPr>
              <a:defRPr sz="3300" b="1">
                <a:solidFill>
                  <a:srgbClr val="16213A"/>
                </a:solidFill>
                <a:latin typeface="Arial"/>
                <a:ea typeface="Arial"/>
                <a:cs typeface="Arial"/>
              </a:defRPr>
            </a:lvl8pPr>
            <a:lvl9pPr>
              <a:defRPr sz="3300" b="1">
                <a:solidFill>
                  <a:srgbClr val="16213A"/>
                </a:solidFill>
                <a:latin typeface="Arial"/>
                <a:ea typeface="Arial"/>
                <a:cs typeface="Arial"/>
              </a:defRPr>
            </a:lvl9pPr>
          </a:lstStyle>
          <a:p>
            <a:pPr>
              <a:defRPr sz="3300" b="1">
                <a:solidFill>
                  <a:srgbClr val="16213A"/>
                </a:solidFill>
                <a:latin typeface="Arial"/>
                <a:ea typeface="Arial"/>
                <a:cs typeface="Arial"/>
              </a:defRPr>
            </a:pPr>
            <a:r>
              <a:rPr sz="3300" b="1">
                <a:solidFill>
                  <a:srgbClr val="16213A"/>
                </a:solidFill>
                <a:latin typeface="Arial"/>
                <a:ea typeface="Arial"/>
                <a:cs typeface="Arial"/>
              </a:rPr>
              <a:t>Руководителю видна вся команда</a:t>
            </a:r>
          </a:p>
        </p:txBody>
      </p:sp>
      <p:sp>
        <p:nvSpPr>
          <p:cNvPr id="8" name="Прямоугольник 7">
            <a:extLst>
              <a:ext uri="{FF2B5EF4-FFF2-40B4-BE49-F238E27FC236}">
                <a16:creationId xmlns:a16="http://schemas.microsoft.com/office/drawing/2014/main" id="{3754AD69-30A3-4951-A9E4-E30FC310463B}"/>
              </a:ext>
            </a:extLst>
          </p:cNvPr>
          <p:cNvSpPr>
            <a:spLocks noGrp="1"/>
          </p:cNvSpPr>
          <p:nvPr/>
        </p:nvSpPr>
        <p:spPr>
          <a:xfrm>
            <a:off x="571500" y="1666875"/>
            <a:ext cx="11049000" cy="571500"/>
          </a:xfrm>
          <a:prstGeom prst="rect">
            <a:avLst/>
          </a:prstGeom>
          <a:noFill/>
          <a:ln w="0">
            <a:noFill/>
          </a:ln>
        </p:spPr>
        <p:txBody>
          <a:bodyPr/>
          <a:lstStyle>
            <a:defPPr>
              <a:defRPr sz="1800" b="0">
                <a:solidFill>
                  <a:srgbClr val="63708A"/>
                </a:solidFill>
                <a:latin typeface="Arial"/>
                <a:ea typeface="Arial"/>
                <a:cs typeface="Arial"/>
              </a:defRPr>
            </a:defPPr>
            <a:lvl1pPr>
              <a:defRPr sz="1800" b="0">
                <a:solidFill>
                  <a:srgbClr val="63708A"/>
                </a:solidFill>
                <a:latin typeface="Arial"/>
                <a:ea typeface="Arial"/>
                <a:cs typeface="Arial"/>
              </a:defRPr>
            </a:lvl1pPr>
            <a:lvl2pPr>
              <a:defRPr sz="1800" b="0">
                <a:solidFill>
                  <a:srgbClr val="63708A"/>
                </a:solidFill>
                <a:latin typeface="Arial"/>
                <a:ea typeface="Arial"/>
                <a:cs typeface="Arial"/>
              </a:defRPr>
            </a:lvl2pPr>
            <a:lvl3pPr>
              <a:defRPr sz="1800" b="0">
                <a:solidFill>
                  <a:srgbClr val="63708A"/>
                </a:solidFill>
                <a:latin typeface="Arial"/>
                <a:ea typeface="Arial"/>
                <a:cs typeface="Arial"/>
              </a:defRPr>
            </a:lvl3pPr>
            <a:lvl4pPr>
              <a:defRPr sz="1800" b="0">
                <a:solidFill>
                  <a:srgbClr val="63708A"/>
                </a:solidFill>
                <a:latin typeface="Arial"/>
                <a:ea typeface="Arial"/>
                <a:cs typeface="Arial"/>
              </a:defRPr>
            </a:lvl4pPr>
            <a:lvl5pPr>
              <a:defRPr sz="1800" b="0">
                <a:solidFill>
                  <a:srgbClr val="63708A"/>
                </a:solidFill>
                <a:latin typeface="Arial"/>
                <a:ea typeface="Arial"/>
                <a:cs typeface="Arial"/>
              </a:defRPr>
            </a:lvl5pPr>
            <a:lvl6pPr>
              <a:defRPr sz="1800" b="0">
                <a:solidFill>
                  <a:srgbClr val="63708A"/>
                </a:solidFill>
                <a:latin typeface="Arial"/>
                <a:ea typeface="Arial"/>
                <a:cs typeface="Arial"/>
              </a:defRPr>
            </a:lvl6pPr>
            <a:lvl7pPr>
              <a:defRPr sz="1800" b="0">
                <a:solidFill>
                  <a:srgbClr val="63708A"/>
                </a:solidFill>
                <a:latin typeface="Arial"/>
                <a:ea typeface="Arial"/>
                <a:cs typeface="Arial"/>
              </a:defRPr>
            </a:lvl7pPr>
            <a:lvl8pPr>
              <a:defRPr sz="1800" b="0">
                <a:solidFill>
                  <a:srgbClr val="63708A"/>
                </a:solidFill>
                <a:latin typeface="Arial"/>
                <a:ea typeface="Arial"/>
                <a:cs typeface="Arial"/>
              </a:defRPr>
            </a:lvl8pPr>
            <a:lvl9pPr>
              <a:defRPr sz="1800" b="0">
                <a:solidFill>
                  <a:srgbClr val="63708A"/>
                </a:solidFill>
                <a:latin typeface="Arial"/>
                <a:ea typeface="Arial"/>
                <a:cs typeface="Arial"/>
              </a:defRPr>
            </a:lvl9pPr>
          </a:lstStyle>
          <a:p>
            <a:pPr>
              <a:defRPr sz="1800" b="0">
                <a:solidFill>
                  <a:srgbClr val="63708A"/>
                </a:solidFill>
                <a:latin typeface="Arial"/>
                <a:ea typeface="Arial"/>
                <a:cs typeface="Arial"/>
              </a:defRPr>
            </a:pPr>
            <a:r>
              <a:rPr sz="1800" b="0">
                <a:solidFill>
                  <a:srgbClr val="63708A"/>
                </a:solidFill>
                <a:latin typeface="Arial"/>
                <a:ea typeface="Arial"/>
                <a:cs typeface="Arial"/>
              </a:rPr>
              <a:t>Сильные стороны, зоны роста и повод для конкретного разговора</a:t>
            </a:r>
          </a:p>
        </p:txBody>
      </p:sp>
      <p:pic>
        <p:nvPicPr>
          <p:cNvPr id="9" name="Рисунок 8">
            <a:extLst>
              <a:ext uri="{FF2B5EF4-FFF2-40B4-BE49-F238E27FC236}">
                <a16:creationId xmlns:a16="http://schemas.microsoft.com/office/drawing/2014/main" id="{0C3F6D4C-5B85-4026-BF2C-3841AD664A57}"/>
              </a:ext>
            </a:extLst>
          </p:cNvPr>
          <p:cNvPicPr>
            <a:picLocks noChangeAspect="1"/>
          </p:cNvPicPr>
          <p:nvPr/>
        </p:nvPicPr>
        <p:blipFill>
          <a:blip r:embed="rId3"/>
          <a:stretch/>
        </p:blipFill>
        <p:spPr>
          <a:xfrm>
            <a:off x="571500" y="2428875"/>
            <a:ext cx="10251587" cy="3095625"/>
          </a:xfrm>
          <a:prstGeom prst="rect">
            <a:avLst/>
          </a:prstGeom>
        </p:spPr>
      </p:pic>
      <p:sp>
        <p:nvSpPr>
          <p:cNvPr id="10" name="Прямоугольник 9">
            <a:extLst>
              <a:ext uri="{FF2B5EF4-FFF2-40B4-BE49-F238E27FC236}">
                <a16:creationId xmlns:a16="http://schemas.microsoft.com/office/drawing/2014/main" id="{A4A5B5B4-FE72-49B6-8BDC-4591E771AD05}"/>
              </a:ext>
            </a:extLst>
          </p:cNvPr>
          <p:cNvSpPr>
            <a:spLocks noGrp="1"/>
          </p:cNvSpPr>
          <p:nvPr/>
        </p:nvSpPr>
        <p:spPr>
          <a:xfrm>
            <a:off x="571500" y="5619750"/>
            <a:ext cx="11049000" cy="361950"/>
          </a:xfrm>
          <a:prstGeom prst="rect">
            <a:avLst/>
          </a:prstGeom>
          <a:noFill/>
          <a:ln w="0">
            <a:noFill/>
          </a:ln>
        </p:spPr>
        <p:txBody>
          <a:bodyPr/>
          <a:lstStyle>
            <a:defPPr>
              <a:defRPr sz="1800" b="1">
                <a:solidFill>
                  <a:srgbClr val="6E59F7"/>
                </a:solidFill>
                <a:latin typeface="Arial"/>
                <a:ea typeface="Arial"/>
                <a:cs typeface="Arial"/>
              </a:defRPr>
            </a:defPPr>
            <a:lvl1pPr>
              <a:defRPr sz="1800" b="1">
                <a:solidFill>
                  <a:srgbClr val="6E59F7"/>
                </a:solidFill>
                <a:latin typeface="Arial"/>
                <a:ea typeface="Arial"/>
                <a:cs typeface="Arial"/>
              </a:defRPr>
            </a:lvl1pPr>
            <a:lvl2pPr>
              <a:defRPr sz="1800" b="1">
                <a:solidFill>
                  <a:srgbClr val="6E59F7"/>
                </a:solidFill>
                <a:latin typeface="Arial"/>
                <a:ea typeface="Arial"/>
                <a:cs typeface="Arial"/>
              </a:defRPr>
            </a:lvl2pPr>
            <a:lvl3pPr>
              <a:defRPr sz="1800" b="1">
                <a:solidFill>
                  <a:srgbClr val="6E59F7"/>
                </a:solidFill>
                <a:latin typeface="Arial"/>
                <a:ea typeface="Arial"/>
                <a:cs typeface="Arial"/>
              </a:defRPr>
            </a:lvl3pPr>
            <a:lvl4pPr>
              <a:defRPr sz="1800" b="1">
                <a:solidFill>
                  <a:srgbClr val="6E59F7"/>
                </a:solidFill>
                <a:latin typeface="Arial"/>
                <a:ea typeface="Arial"/>
                <a:cs typeface="Arial"/>
              </a:defRPr>
            </a:lvl4pPr>
            <a:lvl5pPr>
              <a:defRPr sz="1800" b="1">
                <a:solidFill>
                  <a:srgbClr val="6E59F7"/>
                </a:solidFill>
                <a:latin typeface="Arial"/>
                <a:ea typeface="Arial"/>
                <a:cs typeface="Arial"/>
              </a:defRPr>
            </a:lvl5pPr>
            <a:lvl6pPr>
              <a:defRPr sz="1800" b="1">
                <a:solidFill>
                  <a:srgbClr val="6E59F7"/>
                </a:solidFill>
                <a:latin typeface="Arial"/>
                <a:ea typeface="Arial"/>
                <a:cs typeface="Arial"/>
              </a:defRPr>
            </a:lvl6pPr>
            <a:lvl7pPr>
              <a:defRPr sz="1800" b="1">
                <a:solidFill>
                  <a:srgbClr val="6E59F7"/>
                </a:solidFill>
                <a:latin typeface="Arial"/>
                <a:ea typeface="Arial"/>
                <a:cs typeface="Arial"/>
              </a:defRPr>
            </a:lvl7pPr>
            <a:lvl8pPr>
              <a:defRPr sz="1800" b="1">
                <a:solidFill>
                  <a:srgbClr val="6E59F7"/>
                </a:solidFill>
                <a:latin typeface="Arial"/>
                <a:ea typeface="Arial"/>
                <a:cs typeface="Arial"/>
              </a:defRPr>
            </a:lvl8pPr>
            <a:lvl9pPr>
              <a:defRPr sz="1800" b="1">
                <a:solidFill>
                  <a:srgbClr val="6E59F7"/>
                </a:solidFill>
                <a:latin typeface="Arial"/>
                <a:ea typeface="Arial"/>
                <a:cs typeface="Arial"/>
              </a:defRPr>
            </a:lvl9pPr>
          </a:lstStyle>
          <a:p>
            <a:pPr>
              <a:defRPr sz="1800" b="1">
                <a:solidFill>
                  <a:srgbClr val="6E59F7"/>
                </a:solidFill>
                <a:latin typeface="Arial"/>
                <a:ea typeface="Arial"/>
                <a:cs typeface="Arial"/>
              </a:defRPr>
            </a:pPr>
            <a:r>
              <a:rPr sz="1800" b="1">
                <a:solidFill>
                  <a:srgbClr val="6E59F7"/>
                </a:solidFill>
                <a:latin typeface="Arial"/>
                <a:ea typeface="Arial"/>
                <a:cs typeface="Arial"/>
              </a:rPr>
              <a:t>Результат сотрудника доступен с его согласия</a:t>
            </a:r>
          </a:p>
        </p:txBody>
      </p:sp>
      <p:sp>
        <p:nvSpPr>
          <p:cNvPr id="11" name="Прямоугольник 10">
            <a:extLst>
              <a:ext uri="{FF2B5EF4-FFF2-40B4-BE49-F238E27FC236}">
                <a16:creationId xmlns:a16="http://schemas.microsoft.com/office/drawing/2014/main" id="{A1CB729F-28C4-42AD-83FA-A1C77DA6A4A7}"/>
              </a:ext>
            </a:extLst>
          </p:cNvPr>
          <p:cNvSpPr>
            <a:spLocks noGrp="1"/>
          </p:cNvSpPr>
          <p:nvPr/>
        </p:nvSpPr>
        <p:spPr>
          <a:xfrm>
            <a:off x="571500" y="5953125"/>
            <a:ext cx="11049000" cy="333375"/>
          </a:xfrm>
          <a:prstGeom prst="rect">
            <a:avLst/>
          </a:prstGeom>
          <a:noFill/>
          <a:ln w="0">
            <a:noFill/>
          </a:ln>
        </p:spPr>
        <p:txBody>
          <a:bodyPr/>
          <a:lstStyle>
            <a:defPPr>
              <a:defRPr sz="1275" b="0">
                <a:solidFill>
                  <a:srgbClr val="63708A"/>
                </a:solidFill>
                <a:latin typeface="Arial"/>
                <a:ea typeface="Arial"/>
                <a:cs typeface="Arial"/>
              </a:defRPr>
            </a:defPPr>
            <a:lvl1pPr>
              <a:defRPr sz="1275" b="0">
                <a:solidFill>
                  <a:srgbClr val="63708A"/>
                </a:solidFill>
                <a:latin typeface="Arial"/>
                <a:ea typeface="Arial"/>
                <a:cs typeface="Arial"/>
              </a:defRPr>
            </a:lvl1pPr>
            <a:lvl2pPr>
              <a:defRPr sz="1275" b="0">
                <a:solidFill>
                  <a:srgbClr val="63708A"/>
                </a:solidFill>
                <a:latin typeface="Arial"/>
                <a:ea typeface="Arial"/>
                <a:cs typeface="Arial"/>
              </a:defRPr>
            </a:lvl2pPr>
            <a:lvl3pPr>
              <a:defRPr sz="1275" b="0">
                <a:solidFill>
                  <a:srgbClr val="63708A"/>
                </a:solidFill>
                <a:latin typeface="Arial"/>
                <a:ea typeface="Arial"/>
                <a:cs typeface="Arial"/>
              </a:defRPr>
            </a:lvl3pPr>
            <a:lvl4pPr>
              <a:defRPr sz="1275" b="0">
                <a:solidFill>
                  <a:srgbClr val="63708A"/>
                </a:solidFill>
                <a:latin typeface="Arial"/>
                <a:ea typeface="Arial"/>
                <a:cs typeface="Arial"/>
              </a:defRPr>
            </a:lvl4pPr>
            <a:lvl5pPr>
              <a:defRPr sz="1275" b="0">
                <a:solidFill>
                  <a:srgbClr val="63708A"/>
                </a:solidFill>
                <a:latin typeface="Arial"/>
                <a:ea typeface="Arial"/>
                <a:cs typeface="Arial"/>
              </a:defRPr>
            </a:lvl5pPr>
            <a:lvl6pPr>
              <a:defRPr sz="1275" b="0">
                <a:solidFill>
                  <a:srgbClr val="63708A"/>
                </a:solidFill>
                <a:latin typeface="Arial"/>
                <a:ea typeface="Arial"/>
                <a:cs typeface="Arial"/>
              </a:defRPr>
            </a:lvl6pPr>
            <a:lvl7pPr>
              <a:defRPr sz="1275" b="0">
                <a:solidFill>
                  <a:srgbClr val="63708A"/>
                </a:solidFill>
                <a:latin typeface="Arial"/>
                <a:ea typeface="Arial"/>
                <a:cs typeface="Arial"/>
              </a:defRPr>
            </a:lvl7pPr>
            <a:lvl8pPr>
              <a:defRPr sz="1275" b="0">
                <a:solidFill>
                  <a:srgbClr val="63708A"/>
                </a:solidFill>
                <a:latin typeface="Arial"/>
                <a:ea typeface="Arial"/>
                <a:cs typeface="Arial"/>
              </a:defRPr>
            </a:lvl8pPr>
            <a:lvl9pPr>
              <a:defRPr sz="1275" b="0">
                <a:solidFill>
                  <a:srgbClr val="63708A"/>
                </a:solidFill>
                <a:latin typeface="Arial"/>
                <a:ea typeface="Arial"/>
                <a:cs typeface="Arial"/>
              </a:defRPr>
            </a:lvl9pPr>
          </a:lstStyle>
          <a:p>
            <a:pPr>
              <a:defRPr sz="1275" b="0">
                <a:solidFill>
                  <a:srgbClr val="63708A"/>
                </a:solidFill>
                <a:latin typeface="Arial"/>
                <a:ea typeface="Arial"/>
                <a:cs typeface="Arial"/>
              </a:defRPr>
            </a:pPr>
            <a:r>
              <a:rPr sz="1275" b="0">
                <a:solidFill>
                  <a:srgbClr val="63708A"/>
                </a:solidFill>
                <a:latin typeface="Arial"/>
                <a:ea typeface="Arial"/>
                <a:cs typeface="Arial"/>
              </a:rPr>
              <a:t>Скриншот действующего кабинета руководителя. Здесь показана вымышленная демокоманда.</a:t>
            </a:r>
          </a:p>
        </p:txBody>
      </p:sp>
    </p:spTree>
    <p:extLst>
      <p:ext uri="{BB962C8B-B14F-4D97-AF65-F5344CB8AC3E}">
        <p14:creationId xmlns:p14="http://schemas.microsoft.com/office/powerpoint/2010/main" val="1083641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x">
            <a:extLst>
              <a:ext uri="{FF2B5EF4-FFF2-40B4-BE49-F238E27FC236}">
                <a16:creationId xmlns:a16="http://schemas.microsoft.com/office/drawing/2014/main" id="{909B36E2-CD61-29E0-1290-3D2B45A4D831}"/>
              </a:ext>
            </a:extLst>
          </p:cNvPr>
          <p:cNvSpPr>
            <a:spLocks noGrp="1"/>
          </p:cNvSpPr>
          <p:nvPr/>
        </p:nvSpPr>
        <p:spPr>
          <a:xfrm>
            <a:off x="0" y="0"/>
            <a:ext cx="95250" cy="6858000"/>
          </a:xfrm>
          <a:prstGeom prst="rect">
            <a:avLst/>
          </a:prstGeom>
          <a:solidFill>
            <a:srgbClr val="6E59F7"/>
          </a:solidFill>
          <a:ln w="0">
            <a:noFill/>
            <a:prstDash val="solid"/>
          </a:ln>
        </p:spPr>
        <p:txBody>
          <a:bodyPr/>
          <a:lstStyle/>
          <a:p>
            <a:endParaRPr/>
          </a:p>
        </p:txBody>
      </p:sp>
      <p:sp>
        <p:nvSpPr>
          <p:cNvPr id="6" name="Прямая соединительная линия 5">
            <a:extLst>
              <a:ext uri="{FF2B5EF4-FFF2-40B4-BE49-F238E27FC236}">
                <a16:creationId xmlns:a16="http://schemas.microsoft.com/office/drawing/2014/main" id="{E654E37C-518F-83A0-6FCF-54A5AB0BD379}"/>
              </a:ext>
            </a:extLst>
          </p:cNvPr>
          <p:cNvSpPr>
            <a:spLocks noGrp="1"/>
          </p:cNvSpPr>
          <p:nvPr/>
        </p:nvSpPr>
        <p:spPr>
          <a:xfrm>
            <a:off x="476250" y="6334125"/>
            <a:ext cx="11239500" cy="0"/>
          </a:xfrm>
          <a:prstGeom prst="line">
            <a:avLst/>
          </a:prstGeom>
          <a:noFill/>
          <a:ln w="9525">
            <a:solidFill>
              <a:srgbClr val="D9DDF0"/>
            </a:solidFill>
            <a:prstDash val="solid"/>
          </a:ln>
        </p:spPr>
        <p:txBody>
          <a:bodyPr/>
          <a:lstStyle/>
          <a:p>
            <a:endParaRPr/>
          </a:p>
        </p:txBody>
      </p:sp>
      <p:sp>
        <p:nvSpPr>
          <p:cNvPr id="7" name="Прямоугольник 6">
            <a:extLst>
              <a:ext uri="{FF2B5EF4-FFF2-40B4-BE49-F238E27FC236}">
                <a16:creationId xmlns:a16="http://schemas.microsoft.com/office/drawing/2014/main" id="{EAB45C81-419D-4A83-B079-448A81BC61DB}"/>
              </a:ext>
            </a:extLst>
          </p:cNvPr>
          <p:cNvSpPr>
            <a:spLocks noGrp="1"/>
          </p:cNvSpPr>
          <p:nvPr/>
        </p:nvSpPr>
        <p:spPr>
          <a:xfrm>
            <a:off x="476250" y="285750"/>
            <a:ext cx="6667500" cy="238125"/>
          </a:xfrm>
          <a:prstGeom prst="rect">
            <a:avLst/>
          </a:prstGeom>
          <a:noFill/>
          <a:ln w="0">
            <a:noFill/>
          </a:ln>
        </p:spPr>
        <p:txBody>
          <a:bodyPr/>
          <a:lstStyle>
            <a:defPPr>
              <a:defRPr sz="1050" b="1">
                <a:solidFill>
                  <a:srgbClr val="6E59F7"/>
                </a:solidFill>
                <a:latin typeface="Arial"/>
                <a:ea typeface="Arial"/>
                <a:cs typeface="Arial"/>
              </a:defRPr>
            </a:defPPr>
            <a:lvl1pPr>
              <a:defRPr sz="1050" b="1">
                <a:solidFill>
                  <a:srgbClr val="6E59F7"/>
                </a:solidFill>
                <a:latin typeface="Arial"/>
                <a:ea typeface="Arial"/>
                <a:cs typeface="Arial"/>
              </a:defRPr>
            </a:lvl1pPr>
            <a:lvl2pPr>
              <a:defRPr sz="1050" b="1">
                <a:solidFill>
                  <a:srgbClr val="6E59F7"/>
                </a:solidFill>
                <a:latin typeface="Arial"/>
                <a:ea typeface="Arial"/>
                <a:cs typeface="Arial"/>
              </a:defRPr>
            </a:lvl2pPr>
            <a:lvl3pPr>
              <a:defRPr sz="1050" b="1">
                <a:solidFill>
                  <a:srgbClr val="6E59F7"/>
                </a:solidFill>
                <a:latin typeface="Arial"/>
                <a:ea typeface="Arial"/>
                <a:cs typeface="Arial"/>
              </a:defRPr>
            </a:lvl3pPr>
            <a:lvl4pPr>
              <a:defRPr sz="1050" b="1">
                <a:solidFill>
                  <a:srgbClr val="6E59F7"/>
                </a:solidFill>
                <a:latin typeface="Arial"/>
                <a:ea typeface="Arial"/>
                <a:cs typeface="Arial"/>
              </a:defRPr>
            </a:lvl4pPr>
            <a:lvl5pPr>
              <a:defRPr sz="1050" b="1">
                <a:solidFill>
                  <a:srgbClr val="6E59F7"/>
                </a:solidFill>
                <a:latin typeface="Arial"/>
                <a:ea typeface="Arial"/>
                <a:cs typeface="Arial"/>
              </a:defRPr>
            </a:lvl5pPr>
            <a:lvl6pPr>
              <a:defRPr sz="1050" b="1">
                <a:solidFill>
                  <a:srgbClr val="6E59F7"/>
                </a:solidFill>
                <a:latin typeface="Arial"/>
                <a:ea typeface="Arial"/>
                <a:cs typeface="Arial"/>
              </a:defRPr>
            </a:lvl6pPr>
            <a:lvl7pPr>
              <a:defRPr sz="1050" b="1">
                <a:solidFill>
                  <a:srgbClr val="6E59F7"/>
                </a:solidFill>
                <a:latin typeface="Arial"/>
                <a:ea typeface="Arial"/>
                <a:cs typeface="Arial"/>
              </a:defRPr>
            </a:lvl7pPr>
            <a:lvl8pPr>
              <a:defRPr sz="1050" b="1">
                <a:solidFill>
                  <a:srgbClr val="6E59F7"/>
                </a:solidFill>
                <a:latin typeface="Arial"/>
                <a:ea typeface="Arial"/>
                <a:cs typeface="Arial"/>
              </a:defRPr>
            </a:lvl8pPr>
            <a:lvl9pPr>
              <a:defRPr sz="1050" b="1">
                <a:solidFill>
                  <a:srgbClr val="6E59F7"/>
                </a:solidFill>
                <a:latin typeface="Arial"/>
                <a:ea typeface="Arial"/>
                <a:cs typeface="Arial"/>
              </a:defRPr>
            </a:lvl9pPr>
          </a:lstStyle>
          <a:p>
            <a:pPr>
              <a:defRPr sz="1050" b="1">
                <a:solidFill>
                  <a:srgbClr val="6E59F7"/>
                </a:solidFill>
                <a:latin typeface="Arial"/>
                <a:ea typeface="Arial"/>
                <a:cs typeface="Arial"/>
              </a:defRPr>
            </a:pPr>
            <a:r>
              <a:rPr sz="1050" b="1">
                <a:solidFill>
                  <a:srgbClr val="6E59F7"/>
                </a:solidFill>
                <a:latin typeface="Arial"/>
                <a:ea typeface="Arial"/>
                <a:cs typeface="Arial"/>
              </a:rPr>
              <a:t>BI ACADEMY</a:t>
            </a:r>
          </a:p>
        </p:txBody>
      </p:sp>
      <p:sp>
        <p:nvSpPr>
          <p:cNvPr id="8" name="Прямоугольник 7">
            <a:extLst>
              <a:ext uri="{FF2B5EF4-FFF2-40B4-BE49-F238E27FC236}">
                <a16:creationId xmlns:a16="http://schemas.microsoft.com/office/drawing/2014/main" id="{29D77547-35B2-4C27-9E21-8D9C654160A8}"/>
              </a:ext>
            </a:extLst>
          </p:cNvPr>
          <p:cNvSpPr>
            <a:spLocks noGrp="1"/>
          </p:cNvSpPr>
          <p:nvPr/>
        </p:nvSpPr>
        <p:spPr>
          <a:xfrm>
            <a:off x="11334750" y="6448425"/>
            <a:ext cx="428625" cy="190500"/>
          </a:xfrm>
          <a:prstGeom prst="rect">
            <a:avLst/>
          </a:prstGeom>
          <a:noFill/>
          <a:ln w="0">
            <a:noFill/>
          </a:ln>
        </p:spPr>
        <p:txBody>
          <a:bodyPr/>
          <a:lstStyle>
            <a:defPPr>
              <a:defRPr sz="975" b="0">
                <a:solidFill>
                  <a:srgbClr val="63708A"/>
                </a:solidFill>
                <a:latin typeface="Arial"/>
                <a:ea typeface="Arial"/>
                <a:cs typeface="Arial"/>
              </a:defRPr>
            </a:defPPr>
            <a:lvl1pPr>
              <a:defRPr sz="975" b="0">
                <a:solidFill>
                  <a:srgbClr val="63708A"/>
                </a:solidFill>
                <a:latin typeface="Arial"/>
                <a:ea typeface="Arial"/>
                <a:cs typeface="Arial"/>
              </a:defRPr>
            </a:lvl1pPr>
            <a:lvl2pPr>
              <a:defRPr sz="975" b="0">
                <a:solidFill>
                  <a:srgbClr val="63708A"/>
                </a:solidFill>
                <a:latin typeface="Arial"/>
                <a:ea typeface="Arial"/>
                <a:cs typeface="Arial"/>
              </a:defRPr>
            </a:lvl2pPr>
            <a:lvl3pPr>
              <a:defRPr sz="975" b="0">
                <a:solidFill>
                  <a:srgbClr val="63708A"/>
                </a:solidFill>
                <a:latin typeface="Arial"/>
                <a:ea typeface="Arial"/>
                <a:cs typeface="Arial"/>
              </a:defRPr>
            </a:lvl3pPr>
            <a:lvl4pPr>
              <a:defRPr sz="975" b="0">
                <a:solidFill>
                  <a:srgbClr val="63708A"/>
                </a:solidFill>
                <a:latin typeface="Arial"/>
                <a:ea typeface="Arial"/>
                <a:cs typeface="Arial"/>
              </a:defRPr>
            </a:lvl4pPr>
            <a:lvl5pPr>
              <a:defRPr sz="975" b="0">
                <a:solidFill>
                  <a:srgbClr val="63708A"/>
                </a:solidFill>
                <a:latin typeface="Arial"/>
                <a:ea typeface="Arial"/>
                <a:cs typeface="Arial"/>
              </a:defRPr>
            </a:lvl5pPr>
            <a:lvl6pPr>
              <a:defRPr sz="975" b="0">
                <a:solidFill>
                  <a:srgbClr val="63708A"/>
                </a:solidFill>
                <a:latin typeface="Arial"/>
                <a:ea typeface="Arial"/>
                <a:cs typeface="Arial"/>
              </a:defRPr>
            </a:lvl6pPr>
            <a:lvl7pPr>
              <a:defRPr sz="975" b="0">
                <a:solidFill>
                  <a:srgbClr val="63708A"/>
                </a:solidFill>
                <a:latin typeface="Arial"/>
                <a:ea typeface="Arial"/>
                <a:cs typeface="Arial"/>
              </a:defRPr>
            </a:lvl7pPr>
            <a:lvl8pPr>
              <a:defRPr sz="975" b="0">
                <a:solidFill>
                  <a:srgbClr val="63708A"/>
                </a:solidFill>
                <a:latin typeface="Arial"/>
                <a:ea typeface="Arial"/>
                <a:cs typeface="Arial"/>
              </a:defRPr>
            </a:lvl8pPr>
            <a:lvl9pPr>
              <a:defRPr sz="975" b="0">
                <a:solidFill>
                  <a:srgbClr val="63708A"/>
                </a:solidFill>
                <a:latin typeface="Arial"/>
                <a:ea typeface="Arial"/>
                <a:cs typeface="Arial"/>
              </a:defRPr>
            </a:lvl9pPr>
          </a:lstStyle>
          <a:p>
            <a:pPr>
              <a:defRPr sz="975" b="0">
                <a:solidFill>
                  <a:srgbClr val="63708A"/>
                </a:solidFill>
                <a:latin typeface="Arial"/>
                <a:ea typeface="Arial"/>
                <a:cs typeface="Arial"/>
              </a:defRPr>
            </a:pPr>
            <a:r>
              <a:rPr sz="975" b="0">
                <a:solidFill>
                  <a:srgbClr val="63708A"/>
                </a:solidFill>
                <a:latin typeface="Arial"/>
                <a:ea typeface="Arial"/>
                <a:cs typeface="Arial"/>
              </a:rPr>
              <a:t>05</a:t>
            </a:r>
          </a:p>
        </p:txBody>
      </p:sp>
      <p:sp>
        <p:nvSpPr>
          <p:cNvPr id="9" name="Прямоугольник 8">
            <a:extLst>
              <a:ext uri="{FF2B5EF4-FFF2-40B4-BE49-F238E27FC236}">
                <a16:creationId xmlns:a16="http://schemas.microsoft.com/office/drawing/2014/main" id="{98B73804-E511-4653-80B1-B04E46D51F74}"/>
              </a:ext>
            </a:extLst>
          </p:cNvPr>
          <p:cNvSpPr>
            <a:spLocks noGrp="1"/>
          </p:cNvSpPr>
          <p:nvPr/>
        </p:nvSpPr>
        <p:spPr>
          <a:xfrm>
            <a:off x="571500" y="838200"/>
            <a:ext cx="11049000" cy="714375"/>
          </a:xfrm>
          <a:prstGeom prst="rect">
            <a:avLst/>
          </a:prstGeom>
          <a:noFill/>
          <a:ln w="0">
            <a:noFill/>
          </a:ln>
        </p:spPr>
        <p:txBody>
          <a:bodyPr/>
          <a:lstStyle>
            <a:defPPr>
              <a:defRPr sz="3300" b="1">
                <a:solidFill>
                  <a:srgbClr val="16213A"/>
                </a:solidFill>
                <a:latin typeface="Arial"/>
                <a:ea typeface="Arial"/>
                <a:cs typeface="Arial"/>
              </a:defRPr>
            </a:defPPr>
            <a:lvl1pPr>
              <a:defRPr sz="3300" b="1">
                <a:solidFill>
                  <a:srgbClr val="16213A"/>
                </a:solidFill>
                <a:latin typeface="Arial"/>
                <a:ea typeface="Arial"/>
                <a:cs typeface="Arial"/>
              </a:defRPr>
            </a:lvl1pPr>
            <a:lvl2pPr>
              <a:defRPr sz="3300" b="1">
                <a:solidFill>
                  <a:srgbClr val="16213A"/>
                </a:solidFill>
                <a:latin typeface="Arial"/>
                <a:ea typeface="Arial"/>
                <a:cs typeface="Arial"/>
              </a:defRPr>
            </a:lvl2pPr>
            <a:lvl3pPr>
              <a:defRPr sz="3300" b="1">
                <a:solidFill>
                  <a:srgbClr val="16213A"/>
                </a:solidFill>
                <a:latin typeface="Arial"/>
                <a:ea typeface="Arial"/>
                <a:cs typeface="Arial"/>
              </a:defRPr>
            </a:lvl3pPr>
            <a:lvl4pPr>
              <a:defRPr sz="3300" b="1">
                <a:solidFill>
                  <a:srgbClr val="16213A"/>
                </a:solidFill>
                <a:latin typeface="Arial"/>
                <a:ea typeface="Arial"/>
                <a:cs typeface="Arial"/>
              </a:defRPr>
            </a:lvl4pPr>
            <a:lvl5pPr>
              <a:defRPr sz="3300" b="1">
                <a:solidFill>
                  <a:srgbClr val="16213A"/>
                </a:solidFill>
                <a:latin typeface="Arial"/>
                <a:ea typeface="Arial"/>
                <a:cs typeface="Arial"/>
              </a:defRPr>
            </a:lvl5pPr>
            <a:lvl6pPr>
              <a:defRPr sz="3300" b="1">
                <a:solidFill>
                  <a:srgbClr val="16213A"/>
                </a:solidFill>
                <a:latin typeface="Arial"/>
                <a:ea typeface="Arial"/>
                <a:cs typeface="Arial"/>
              </a:defRPr>
            </a:lvl6pPr>
            <a:lvl7pPr>
              <a:defRPr sz="3300" b="1">
                <a:solidFill>
                  <a:srgbClr val="16213A"/>
                </a:solidFill>
                <a:latin typeface="Arial"/>
                <a:ea typeface="Arial"/>
                <a:cs typeface="Arial"/>
              </a:defRPr>
            </a:lvl7pPr>
            <a:lvl8pPr>
              <a:defRPr sz="3300" b="1">
                <a:solidFill>
                  <a:srgbClr val="16213A"/>
                </a:solidFill>
                <a:latin typeface="Arial"/>
                <a:ea typeface="Arial"/>
                <a:cs typeface="Arial"/>
              </a:defRPr>
            </a:lvl8pPr>
            <a:lvl9pPr>
              <a:defRPr sz="3300" b="1">
                <a:solidFill>
                  <a:srgbClr val="16213A"/>
                </a:solidFill>
                <a:latin typeface="Arial"/>
                <a:ea typeface="Arial"/>
                <a:cs typeface="Arial"/>
              </a:defRPr>
            </a:lvl9pPr>
          </a:lstStyle>
          <a:p>
            <a:pPr>
              <a:defRPr sz="3300" b="1">
                <a:solidFill>
                  <a:srgbClr val="16213A"/>
                </a:solidFill>
                <a:latin typeface="Arial"/>
                <a:ea typeface="Arial"/>
                <a:cs typeface="Arial"/>
              </a:defRPr>
            </a:pPr>
            <a:r>
              <a:rPr sz="3300" b="1">
                <a:solidFill>
                  <a:srgbClr val="16213A"/>
                </a:solidFill>
                <a:latin typeface="Arial"/>
                <a:ea typeface="Arial"/>
                <a:cs typeface="Arial"/>
              </a:rPr>
              <a:t>Одинаковые ответы. Одинаковая оценка</a:t>
            </a:r>
          </a:p>
        </p:txBody>
      </p:sp>
      <p:sp>
        <p:nvSpPr>
          <p:cNvPr id="10" name="Прямоугольник 9">
            <a:extLst>
              <a:ext uri="{FF2B5EF4-FFF2-40B4-BE49-F238E27FC236}">
                <a16:creationId xmlns:a16="http://schemas.microsoft.com/office/drawing/2014/main" id="{81EA030A-2F17-40BB-9B6E-AFDD0DA46DF3}"/>
              </a:ext>
            </a:extLst>
          </p:cNvPr>
          <p:cNvSpPr>
            <a:spLocks noGrp="1"/>
          </p:cNvSpPr>
          <p:nvPr/>
        </p:nvSpPr>
        <p:spPr>
          <a:xfrm>
            <a:off x="571500" y="1666875"/>
            <a:ext cx="11049000" cy="571500"/>
          </a:xfrm>
          <a:prstGeom prst="rect">
            <a:avLst/>
          </a:prstGeom>
          <a:noFill/>
          <a:ln w="0">
            <a:noFill/>
          </a:ln>
        </p:spPr>
        <p:txBody>
          <a:bodyPr/>
          <a:lstStyle>
            <a:defPPr>
              <a:defRPr sz="1800" b="0">
                <a:solidFill>
                  <a:srgbClr val="63708A"/>
                </a:solidFill>
                <a:latin typeface="Arial"/>
                <a:ea typeface="Arial"/>
                <a:cs typeface="Arial"/>
              </a:defRPr>
            </a:defPPr>
            <a:lvl1pPr>
              <a:defRPr sz="1800" b="0">
                <a:solidFill>
                  <a:srgbClr val="63708A"/>
                </a:solidFill>
                <a:latin typeface="Arial"/>
                <a:ea typeface="Arial"/>
                <a:cs typeface="Arial"/>
              </a:defRPr>
            </a:lvl1pPr>
            <a:lvl2pPr>
              <a:defRPr sz="1800" b="0">
                <a:solidFill>
                  <a:srgbClr val="63708A"/>
                </a:solidFill>
                <a:latin typeface="Arial"/>
                <a:ea typeface="Arial"/>
                <a:cs typeface="Arial"/>
              </a:defRPr>
            </a:lvl2pPr>
            <a:lvl3pPr>
              <a:defRPr sz="1800" b="0">
                <a:solidFill>
                  <a:srgbClr val="63708A"/>
                </a:solidFill>
                <a:latin typeface="Arial"/>
                <a:ea typeface="Arial"/>
                <a:cs typeface="Arial"/>
              </a:defRPr>
            </a:lvl3pPr>
            <a:lvl4pPr>
              <a:defRPr sz="1800" b="0">
                <a:solidFill>
                  <a:srgbClr val="63708A"/>
                </a:solidFill>
                <a:latin typeface="Arial"/>
                <a:ea typeface="Arial"/>
                <a:cs typeface="Arial"/>
              </a:defRPr>
            </a:lvl4pPr>
            <a:lvl5pPr>
              <a:defRPr sz="1800" b="0">
                <a:solidFill>
                  <a:srgbClr val="63708A"/>
                </a:solidFill>
                <a:latin typeface="Arial"/>
                <a:ea typeface="Arial"/>
                <a:cs typeface="Arial"/>
              </a:defRPr>
            </a:lvl5pPr>
            <a:lvl6pPr>
              <a:defRPr sz="1800" b="0">
                <a:solidFill>
                  <a:srgbClr val="63708A"/>
                </a:solidFill>
                <a:latin typeface="Arial"/>
                <a:ea typeface="Arial"/>
                <a:cs typeface="Arial"/>
              </a:defRPr>
            </a:lvl6pPr>
            <a:lvl7pPr>
              <a:defRPr sz="1800" b="0">
                <a:solidFill>
                  <a:srgbClr val="63708A"/>
                </a:solidFill>
                <a:latin typeface="Arial"/>
                <a:ea typeface="Arial"/>
                <a:cs typeface="Arial"/>
              </a:defRPr>
            </a:lvl7pPr>
            <a:lvl8pPr>
              <a:defRPr sz="1800" b="0">
                <a:solidFill>
                  <a:srgbClr val="63708A"/>
                </a:solidFill>
                <a:latin typeface="Arial"/>
                <a:ea typeface="Arial"/>
                <a:cs typeface="Arial"/>
              </a:defRPr>
            </a:lvl8pPr>
            <a:lvl9pPr>
              <a:defRPr sz="1800" b="0">
                <a:solidFill>
                  <a:srgbClr val="63708A"/>
                </a:solidFill>
                <a:latin typeface="Arial"/>
                <a:ea typeface="Arial"/>
                <a:cs typeface="Arial"/>
              </a:defRPr>
            </a:lvl9pPr>
          </a:lstStyle>
          <a:p>
            <a:pPr>
              <a:defRPr sz="1800" b="0">
                <a:solidFill>
                  <a:srgbClr val="63708A"/>
                </a:solidFill>
                <a:latin typeface="Arial"/>
                <a:ea typeface="Arial"/>
                <a:cs typeface="Arial"/>
              </a:defRPr>
            </a:pPr>
            <a:r>
              <a:rPr sz="1800" b="0">
                <a:solidFill>
                  <a:srgbClr val="63708A"/>
                </a:solidFill>
                <a:latin typeface="Arial"/>
                <a:ea typeface="Arial"/>
                <a:cs typeface="Arial"/>
              </a:rPr>
              <a:t>Одни и те же 15 ответов оценили шесть раз</a:t>
            </a:r>
          </a:p>
        </p:txBody>
      </p:sp>
      <p:sp>
        <p:nvSpPr>
          <p:cNvPr id="11" name="Прямоугольник 10">
            <a:extLst>
              <a:ext uri="{FF2B5EF4-FFF2-40B4-BE49-F238E27FC236}">
                <a16:creationId xmlns:a16="http://schemas.microsoft.com/office/drawing/2014/main" id="{FD7D382A-7E06-48C3-9CEF-79BD884419A4}"/>
              </a:ext>
            </a:extLst>
          </p:cNvPr>
          <p:cNvSpPr>
            <a:spLocks noGrp="1"/>
          </p:cNvSpPr>
          <p:nvPr/>
        </p:nvSpPr>
        <p:spPr>
          <a:xfrm>
            <a:off x="571500" y="2714625"/>
            <a:ext cx="4191000" cy="1143000"/>
          </a:xfrm>
          <a:prstGeom prst="rect">
            <a:avLst/>
          </a:prstGeom>
          <a:noFill/>
          <a:ln w="0">
            <a:noFill/>
          </a:ln>
        </p:spPr>
        <p:txBody>
          <a:bodyPr/>
          <a:lstStyle>
            <a:defPPr>
              <a:defRPr sz="6900" b="1">
                <a:solidFill>
                  <a:srgbClr val="6E59F7"/>
                </a:solidFill>
                <a:latin typeface="Arial"/>
                <a:ea typeface="Arial"/>
                <a:cs typeface="Arial"/>
              </a:defRPr>
            </a:defPPr>
            <a:lvl1pPr>
              <a:defRPr sz="6900" b="1">
                <a:solidFill>
                  <a:srgbClr val="6E59F7"/>
                </a:solidFill>
                <a:latin typeface="Arial"/>
                <a:ea typeface="Arial"/>
                <a:cs typeface="Arial"/>
              </a:defRPr>
            </a:lvl1pPr>
            <a:lvl2pPr>
              <a:defRPr sz="6900" b="1">
                <a:solidFill>
                  <a:srgbClr val="6E59F7"/>
                </a:solidFill>
                <a:latin typeface="Arial"/>
                <a:ea typeface="Arial"/>
                <a:cs typeface="Arial"/>
              </a:defRPr>
            </a:lvl2pPr>
            <a:lvl3pPr>
              <a:defRPr sz="6900" b="1">
                <a:solidFill>
                  <a:srgbClr val="6E59F7"/>
                </a:solidFill>
                <a:latin typeface="Arial"/>
                <a:ea typeface="Arial"/>
                <a:cs typeface="Arial"/>
              </a:defRPr>
            </a:lvl3pPr>
            <a:lvl4pPr>
              <a:defRPr sz="6900" b="1">
                <a:solidFill>
                  <a:srgbClr val="6E59F7"/>
                </a:solidFill>
                <a:latin typeface="Arial"/>
                <a:ea typeface="Arial"/>
                <a:cs typeface="Arial"/>
              </a:defRPr>
            </a:lvl4pPr>
            <a:lvl5pPr>
              <a:defRPr sz="6900" b="1">
                <a:solidFill>
                  <a:srgbClr val="6E59F7"/>
                </a:solidFill>
                <a:latin typeface="Arial"/>
                <a:ea typeface="Arial"/>
                <a:cs typeface="Arial"/>
              </a:defRPr>
            </a:lvl5pPr>
            <a:lvl6pPr>
              <a:defRPr sz="6900" b="1">
                <a:solidFill>
                  <a:srgbClr val="6E59F7"/>
                </a:solidFill>
                <a:latin typeface="Arial"/>
                <a:ea typeface="Arial"/>
                <a:cs typeface="Arial"/>
              </a:defRPr>
            </a:lvl6pPr>
            <a:lvl7pPr>
              <a:defRPr sz="6900" b="1">
                <a:solidFill>
                  <a:srgbClr val="6E59F7"/>
                </a:solidFill>
                <a:latin typeface="Arial"/>
                <a:ea typeface="Arial"/>
                <a:cs typeface="Arial"/>
              </a:defRPr>
            </a:lvl7pPr>
            <a:lvl8pPr>
              <a:defRPr sz="6900" b="1">
                <a:solidFill>
                  <a:srgbClr val="6E59F7"/>
                </a:solidFill>
                <a:latin typeface="Arial"/>
                <a:ea typeface="Arial"/>
                <a:cs typeface="Arial"/>
              </a:defRPr>
            </a:lvl8pPr>
            <a:lvl9pPr>
              <a:defRPr sz="6900" b="1">
                <a:solidFill>
                  <a:srgbClr val="6E59F7"/>
                </a:solidFill>
                <a:latin typeface="Arial"/>
                <a:ea typeface="Arial"/>
                <a:cs typeface="Arial"/>
              </a:defRPr>
            </a:lvl9pPr>
          </a:lstStyle>
          <a:p>
            <a:pPr>
              <a:defRPr sz="6900" b="1">
                <a:solidFill>
                  <a:srgbClr val="6E59F7"/>
                </a:solidFill>
                <a:latin typeface="Arial"/>
                <a:ea typeface="Arial"/>
                <a:cs typeface="Arial"/>
              </a:defRPr>
            </a:pPr>
            <a:r>
              <a:rPr sz="6900" b="1">
                <a:solidFill>
                  <a:srgbClr val="6E59F7"/>
                </a:solidFill>
                <a:latin typeface="Arial"/>
                <a:ea typeface="Arial"/>
                <a:cs typeface="Arial"/>
              </a:rPr>
              <a:t>100%</a:t>
            </a:r>
          </a:p>
        </p:txBody>
      </p:sp>
      <p:sp>
        <p:nvSpPr>
          <p:cNvPr id="12" name="Прямоугольник 11">
            <a:extLst>
              <a:ext uri="{FF2B5EF4-FFF2-40B4-BE49-F238E27FC236}">
                <a16:creationId xmlns:a16="http://schemas.microsoft.com/office/drawing/2014/main" id="{71958D78-AE53-49B7-AFBA-C193ACDC2BD0}"/>
              </a:ext>
            </a:extLst>
          </p:cNvPr>
          <p:cNvSpPr>
            <a:spLocks noGrp="1"/>
          </p:cNvSpPr>
          <p:nvPr/>
        </p:nvSpPr>
        <p:spPr>
          <a:xfrm>
            <a:off x="571500" y="4048125"/>
            <a:ext cx="4191000" cy="1047750"/>
          </a:xfrm>
          <a:prstGeom prst="rect">
            <a:avLst/>
          </a:prstGeom>
          <a:noFill/>
          <a:ln w="0">
            <a:noFill/>
          </a:ln>
        </p:spPr>
        <p:txBody>
          <a:bodyPr/>
          <a:lstStyle>
            <a:defPPr>
              <a:defRPr sz="2175" b="1">
                <a:solidFill>
                  <a:srgbClr val="16213A"/>
                </a:solidFill>
                <a:latin typeface="Arial"/>
                <a:ea typeface="Arial"/>
                <a:cs typeface="Arial"/>
              </a:defRPr>
            </a:defPPr>
            <a:lvl1pPr>
              <a:defRPr sz="2175" b="1">
                <a:solidFill>
                  <a:srgbClr val="16213A"/>
                </a:solidFill>
                <a:latin typeface="Arial"/>
                <a:ea typeface="Arial"/>
                <a:cs typeface="Arial"/>
              </a:defRPr>
            </a:lvl1pPr>
            <a:lvl2pPr>
              <a:defRPr sz="2175" b="1">
                <a:solidFill>
                  <a:srgbClr val="16213A"/>
                </a:solidFill>
                <a:latin typeface="Arial"/>
                <a:ea typeface="Arial"/>
                <a:cs typeface="Arial"/>
              </a:defRPr>
            </a:lvl2pPr>
            <a:lvl3pPr>
              <a:defRPr sz="2175" b="1">
                <a:solidFill>
                  <a:srgbClr val="16213A"/>
                </a:solidFill>
                <a:latin typeface="Arial"/>
                <a:ea typeface="Arial"/>
                <a:cs typeface="Arial"/>
              </a:defRPr>
            </a:lvl3pPr>
            <a:lvl4pPr>
              <a:defRPr sz="2175" b="1">
                <a:solidFill>
                  <a:srgbClr val="16213A"/>
                </a:solidFill>
                <a:latin typeface="Arial"/>
                <a:ea typeface="Arial"/>
                <a:cs typeface="Arial"/>
              </a:defRPr>
            </a:lvl4pPr>
            <a:lvl5pPr>
              <a:defRPr sz="2175" b="1">
                <a:solidFill>
                  <a:srgbClr val="16213A"/>
                </a:solidFill>
                <a:latin typeface="Arial"/>
                <a:ea typeface="Arial"/>
                <a:cs typeface="Arial"/>
              </a:defRPr>
            </a:lvl5pPr>
            <a:lvl6pPr>
              <a:defRPr sz="2175" b="1">
                <a:solidFill>
                  <a:srgbClr val="16213A"/>
                </a:solidFill>
                <a:latin typeface="Arial"/>
                <a:ea typeface="Arial"/>
                <a:cs typeface="Arial"/>
              </a:defRPr>
            </a:lvl6pPr>
            <a:lvl7pPr>
              <a:defRPr sz="2175" b="1">
                <a:solidFill>
                  <a:srgbClr val="16213A"/>
                </a:solidFill>
                <a:latin typeface="Arial"/>
                <a:ea typeface="Arial"/>
                <a:cs typeface="Arial"/>
              </a:defRPr>
            </a:lvl7pPr>
            <a:lvl8pPr>
              <a:defRPr sz="2175" b="1">
                <a:solidFill>
                  <a:srgbClr val="16213A"/>
                </a:solidFill>
                <a:latin typeface="Arial"/>
                <a:ea typeface="Arial"/>
                <a:cs typeface="Arial"/>
              </a:defRPr>
            </a:lvl8pPr>
            <a:lvl9pPr>
              <a:defRPr sz="2175" b="1">
                <a:solidFill>
                  <a:srgbClr val="16213A"/>
                </a:solidFill>
                <a:latin typeface="Arial"/>
                <a:ea typeface="Arial"/>
                <a:cs typeface="Arial"/>
              </a:defRPr>
            </a:lvl9pPr>
          </a:lstStyle>
          <a:p>
            <a:pPr>
              <a:defRPr sz="2175" b="1">
                <a:solidFill>
                  <a:srgbClr val="16213A"/>
                </a:solidFill>
                <a:latin typeface="Arial"/>
                <a:ea typeface="Arial"/>
                <a:cs typeface="Arial"/>
              </a:defRPr>
            </a:pPr>
            <a:r>
              <a:rPr sz="2175" b="1">
                <a:solidFill>
                  <a:srgbClr val="16213A"/>
                </a:solidFill>
                <a:latin typeface="Arial"/>
                <a:ea typeface="Arial"/>
                <a:cs typeface="Arial"/>
              </a:rPr>
              <a:t>совпадение четырёх</a:t>
            </a:r>
          </a:p>
          <a:p>
            <a:pPr>
              <a:defRPr sz="2175" b="1">
                <a:solidFill>
                  <a:srgbClr val="16213A"/>
                </a:solidFill>
                <a:latin typeface="Arial"/>
                <a:ea typeface="Arial"/>
                <a:cs typeface="Arial"/>
              </a:defRPr>
            </a:pPr>
            <a:r>
              <a:rPr sz="2175" b="1">
                <a:solidFill>
                  <a:srgbClr val="16213A"/>
                </a:solidFill>
                <a:latin typeface="Arial"/>
                <a:ea typeface="Arial"/>
                <a:cs typeface="Arial"/>
              </a:rPr>
              <a:t>итоговых показателей</a:t>
            </a:r>
          </a:p>
        </p:txBody>
      </p:sp>
      <p:graphicFrame>
        <p:nvGraphicFramePr>
          <p:cNvPr id="13" name="Таблица 12">
            <a:extLst>
              <a:ext uri="{FF2B5EF4-FFF2-40B4-BE49-F238E27FC236}">
                <a16:creationId xmlns:a16="http://schemas.microsoft.com/office/drawing/2014/main" id="{E45A5574-833E-4008-B320-8C7587063D02}"/>
              </a:ext>
            </a:extLst>
          </p:cNvPr>
          <p:cNvGraphicFramePr/>
          <p:nvPr/>
        </p:nvGraphicFramePr>
        <p:xfrm>
          <a:off x="5381625" y="2619375"/>
          <a:ext cx="6191250" cy="2571750"/>
        </p:xfrm>
        <a:graphic>
          <a:graphicData uri="http://schemas.openxmlformats.org/drawingml/2006/table">
            <a:tbl>
              <a:tblPr/>
              <a:tblGrid>
                <a:gridCol w="381000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tblGrid>
              <a:tr h="514350">
                <a:tc>
                  <a:txBody>
                    <a:bodyPr/>
                    <a:lstStyle/>
                    <a:p>
                      <a:r>
                        <a:rPr sz="1575" b="1">
                          <a:solidFill>
                            <a:srgbClr val="FFFFFF"/>
                          </a:solidFill>
                          <a:latin typeface="Arial"/>
                          <a:ea typeface="Arial"/>
                          <a:cs typeface="Arial"/>
                        </a:rPr>
                        <a:t>Показатель</a:t>
                      </a:r>
                    </a:p>
                  </a:txBody>
                  <a:tcPr>
                    <a:solidFill>
                      <a:srgbClr val="6E59F7"/>
                    </a:solidFill>
                  </a:tcPr>
                </a:tc>
                <a:tc>
                  <a:txBody>
                    <a:bodyPr/>
                    <a:lstStyle/>
                    <a:p>
                      <a:r>
                        <a:rPr sz="1575" b="1">
                          <a:solidFill>
                            <a:srgbClr val="FFFFFF"/>
                          </a:solidFill>
                          <a:latin typeface="Arial"/>
                          <a:ea typeface="Arial"/>
                          <a:cs typeface="Arial"/>
                        </a:rPr>
                        <a:t>Во всех 6 оценках</a:t>
                      </a:r>
                    </a:p>
                  </a:txBody>
                  <a:tcPr>
                    <a:solidFill>
                      <a:srgbClr val="6E59F7"/>
                    </a:solidFill>
                  </a:tcPr>
                </a:tc>
                <a:extLst>
                  <a:ext uri="{0D108BD9-81ED-4DB2-BD59-A6C34878D82A}">
                    <a16:rowId xmlns:a16="http://schemas.microsoft.com/office/drawing/2014/main" val="10000"/>
                  </a:ext>
                </a:extLst>
              </a:tr>
              <a:tr h="514350">
                <a:tc>
                  <a:txBody>
                    <a:bodyPr/>
                    <a:lstStyle/>
                    <a:p>
                      <a:r>
                        <a:rPr sz="1575" b="0">
                          <a:solidFill>
                            <a:srgbClr val="16213A"/>
                          </a:solidFill>
                          <a:latin typeface="Arial"/>
                          <a:ea typeface="Arial"/>
                          <a:cs typeface="Arial"/>
                        </a:rPr>
                        <a:t>Критическое мышление</a:t>
                      </a:r>
                    </a:p>
                  </a:txBody>
                  <a:tcPr>
                    <a:solidFill>
                      <a:srgbClr val="FFFFFF"/>
                    </a:solidFill>
                  </a:tcPr>
                </a:tc>
                <a:tc>
                  <a:txBody>
                    <a:bodyPr/>
                    <a:lstStyle/>
                    <a:p>
                      <a:r>
                        <a:rPr sz="1575" b="0">
                          <a:solidFill>
                            <a:srgbClr val="16213A"/>
                          </a:solidFill>
                          <a:latin typeface="Arial"/>
                          <a:ea typeface="Arial"/>
                          <a:cs typeface="Arial"/>
                        </a:rPr>
                        <a:t>85%</a:t>
                      </a:r>
                    </a:p>
                  </a:txBody>
                  <a:tcPr>
                    <a:solidFill>
                      <a:srgbClr val="FFFFFF"/>
                    </a:solidFill>
                  </a:tcPr>
                </a:tc>
                <a:extLst>
                  <a:ext uri="{0D108BD9-81ED-4DB2-BD59-A6C34878D82A}">
                    <a16:rowId xmlns:a16="http://schemas.microsoft.com/office/drawing/2014/main" val="10001"/>
                  </a:ext>
                </a:extLst>
              </a:tr>
              <a:tr h="514350">
                <a:tc>
                  <a:txBody>
                    <a:bodyPr/>
                    <a:lstStyle/>
                    <a:p>
                      <a:r>
                        <a:rPr sz="1575" b="0">
                          <a:solidFill>
                            <a:srgbClr val="16213A"/>
                          </a:solidFill>
                          <a:latin typeface="Arial"/>
                          <a:ea typeface="Arial"/>
                          <a:cs typeface="Arial"/>
                        </a:rPr>
                        <a:t>Уверенность в себе</a:t>
                      </a:r>
                    </a:p>
                  </a:txBody>
                  <a:tcPr>
                    <a:solidFill>
                      <a:srgbClr val="ECEAF9"/>
                    </a:solidFill>
                  </a:tcPr>
                </a:tc>
                <a:tc>
                  <a:txBody>
                    <a:bodyPr/>
                    <a:lstStyle/>
                    <a:p>
                      <a:r>
                        <a:rPr sz="1575" b="0">
                          <a:solidFill>
                            <a:srgbClr val="16213A"/>
                          </a:solidFill>
                          <a:latin typeface="Arial"/>
                          <a:ea typeface="Arial"/>
                          <a:cs typeface="Arial"/>
                        </a:rPr>
                        <a:t>53%</a:t>
                      </a:r>
                    </a:p>
                  </a:txBody>
                  <a:tcPr>
                    <a:solidFill>
                      <a:srgbClr val="ECEAF9"/>
                    </a:solidFill>
                  </a:tcPr>
                </a:tc>
                <a:extLst>
                  <a:ext uri="{0D108BD9-81ED-4DB2-BD59-A6C34878D82A}">
                    <a16:rowId xmlns:a16="http://schemas.microsoft.com/office/drawing/2014/main" val="10002"/>
                  </a:ext>
                </a:extLst>
              </a:tr>
              <a:tr h="514350">
                <a:tc>
                  <a:txBody>
                    <a:bodyPr/>
                    <a:lstStyle/>
                    <a:p>
                      <a:r>
                        <a:rPr sz="1575" b="0">
                          <a:solidFill>
                            <a:srgbClr val="16213A"/>
                          </a:solidFill>
                          <a:latin typeface="Arial"/>
                          <a:ea typeface="Arial"/>
                          <a:cs typeface="Arial"/>
                        </a:rPr>
                        <a:t>Дисциплина</a:t>
                      </a:r>
                    </a:p>
                  </a:txBody>
                  <a:tcPr>
                    <a:solidFill>
                      <a:srgbClr val="FFFFFF"/>
                    </a:solidFill>
                  </a:tcPr>
                </a:tc>
                <a:tc>
                  <a:txBody>
                    <a:bodyPr/>
                    <a:lstStyle/>
                    <a:p>
                      <a:r>
                        <a:rPr sz="1575" b="0">
                          <a:solidFill>
                            <a:srgbClr val="16213A"/>
                          </a:solidFill>
                          <a:latin typeface="Arial"/>
                          <a:ea typeface="Arial"/>
                          <a:cs typeface="Arial"/>
                        </a:rPr>
                        <a:t>100%</a:t>
                      </a:r>
                    </a:p>
                  </a:txBody>
                  <a:tcPr>
                    <a:solidFill>
                      <a:srgbClr val="FFFFFF"/>
                    </a:solidFill>
                  </a:tcPr>
                </a:tc>
                <a:extLst>
                  <a:ext uri="{0D108BD9-81ED-4DB2-BD59-A6C34878D82A}">
                    <a16:rowId xmlns:a16="http://schemas.microsoft.com/office/drawing/2014/main" val="10003"/>
                  </a:ext>
                </a:extLst>
              </a:tr>
              <a:tr h="514350">
                <a:tc>
                  <a:txBody>
                    <a:bodyPr/>
                    <a:lstStyle/>
                    <a:p>
                      <a:r>
                        <a:rPr sz="1575" b="0">
                          <a:solidFill>
                            <a:srgbClr val="16213A"/>
                          </a:solidFill>
                          <a:latin typeface="Arial"/>
                          <a:ea typeface="Arial"/>
                          <a:cs typeface="Arial"/>
                        </a:rPr>
                        <a:t>Вовлечённость</a:t>
                      </a:r>
                    </a:p>
                  </a:txBody>
                  <a:tcPr>
                    <a:solidFill>
                      <a:srgbClr val="ECEAF9"/>
                    </a:solidFill>
                  </a:tcPr>
                </a:tc>
                <a:tc>
                  <a:txBody>
                    <a:bodyPr/>
                    <a:lstStyle/>
                    <a:p>
                      <a:r>
                        <a:rPr sz="1575" b="0">
                          <a:solidFill>
                            <a:srgbClr val="16213A"/>
                          </a:solidFill>
                          <a:latin typeface="Arial"/>
                          <a:ea typeface="Arial"/>
                          <a:cs typeface="Arial"/>
                        </a:rPr>
                        <a:t>52%</a:t>
                      </a:r>
                    </a:p>
                  </a:txBody>
                  <a:tcPr>
                    <a:solidFill>
                      <a:srgbClr val="ECEAF9"/>
                    </a:solidFill>
                  </a:tcPr>
                </a:tc>
                <a:extLst>
                  <a:ext uri="{0D108BD9-81ED-4DB2-BD59-A6C34878D82A}">
                    <a16:rowId xmlns:a16="http://schemas.microsoft.com/office/drawing/2014/main" val="10004"/>
                  </a:ext>
                </a:extLst>
              </a:tr>
            </a:tbl>
          </a:graphicData>
        </a:graphic>
      </p:graphicFrame>
      <p:sp>
        <p:nvSpPr>
          <p:cNvPr id="14" name="Прямоугольник 13">
            <a:extLst>
              <a:ext uri="{FF2B5EF4-FFF2-40B4-BE49-F238E27FC236}">
                <a16:creationId xmlns:a16="http://schemas.microsoft.com/office/drawing/2014/main" id="{1F116D25-A142-4239-8D06-177C39A5174A}"/>
              </a:ext>
            </a:extLst>
          </p:cNvPr>
          <p:cNvSpPr>
            <a:spLocks noGrp="1"/>
          </p:cNvSpPr>
          <p:nvPr/>
        </p:nvSpPr>
        <p:spPr>
          <a:xfrm>
            <a:off x="571500" y="5476875"/>
            <a:ext cx="11049000" cy="476250"/>
          </a:xfrm>
          <a:prstGeom prst="rect">
            <a:avLst/>
          </a:prstGeom>
          <a:noFill/>
          <a:ln w="0">
            <a:noFill/>
          </a:ln>
        </p:spPr>
        <p:txBody>
          <a:bodyPr/>
          <a:lstStyle>
            <a:defPPr>
              <a:defRPr sz="1725" b="0">
                <a:solidFill>
                  <a:srgbClr val="63708A"/>
                </a:solidFill>
                <a:latin typeface="Arial"/>
                <a:ea typeface="Arial"/>
                <a:cs typeface="Arial"/>
              </a:defRPr>
            </a:defPPr>
            <a:lvl1pPr>
              <a:defRPr sz="1725" b="0">
                <a:solidFill>
                  <a:srgbClr val="63708A"/>
                </a:solidFill>
                <a:latin typeface="Arial"/>
                <a:ea typeface="Arial"/>
                <a:cs typeface="Arial"/>
              </a:defRPr>
            </a:lvl1pPr>
            <a:lvl2pPr>
              <a:defRPr sz="1725" b="0">
                <a:solidFill>
                  <a:srgbClr val="63708A"/>
                </a:solidFill>
                <a:latin typeface="Arial"/>
                <a:ea typeface="Arial"/>
                <a:cs typeface="Arial"/>
              </a:defRPr>
            </a:lvl2pPr>
            <a:lvl3pPr>
              <a:defRPr sz="1725" b="0">
                <a:solidFill>
                  <a:srgbClr val="63708A"/>
                </a:solidFill>
                <a:latin typeface="Arial"/>
                <a:ea typeface="Arial"/>
                <a:cs typeface="Arial"/>
              </a:defRPr>
            </a:lvl3pPr>
            <a:lvl4pPr>
              <a:defRPr sz="1725" b="0">
                <a:solidFill>
                  <a:srgbClr val="63708A"/>
                </a:solidFill>
                <a:latin typeface="Arial"/>
                <a:ea typeface="Arial"/>
                <a:cs typeface="Arial"/>
              </a:defRPr>
            </a:lvl4pPr>
            <a:lvl5pPr>
              <a:defRPr sz="1725" b="0">
                <a:solidFill>
                  <a:srgbClr val="63708A"/>
                </a:solidFill>
                <a:latin typeface="Arial"/>
                <a:ea typeface="Arial"/>
                <a:cs typeface="Arial"/>
              </a:defRPr>
            </a:lvl5pPr>
            <a:lvl6pPr>
              <a:defRPr sz="1725" b="0">
                <a:solidFill>
                  <a:srgbClr val="63708A"/>
                </a:solidFill>
                <a:latin typeface="Arial"/>
                <a:ea typeface="Arial"/>
                <a:cs typeface="Arial"/>
              </a:defRPr>
            </a:lvl6pPr>
            <a:lvl7pPr>
              <a:defRPr sz="1725" b="0">
                <a:solidFill>
                  <a:srgbClr val="63708A"/>
                </a:solidFill>
                <a:latin typeface="Arial"/>
                <a:ea typeface="Arial"/>
                <a:cs typeface="Arial"/>
              </a:defRPr>
            </a:lvl7pPr>
            <a:lvl8pPr>
              <a:defRPr sz="1725" b="0">
                <a:solidFill>
                  <a:srgbClr val="63708A"/>
                </a:solidFill>
                <a:latin typeface="Arial"/>
                <a:ea typeface="Arial"/>
                <a:cs typeface="Arial"/>
              </a:defRPr>
            </a:lvl8pPr>
            <a:lvl9pPr>
              <a:defRPr sz="1725" b="0">
                <a:solidFill>
                  <a:srgbClr val="63708A"/>
                </a:solidFill>
                <a:latin typeface="Arial"/>
                <a:ea typeface="Arial"/>
                <a:cs typeface="Arial"/>
              </a:defRPr>
            </a:lvl9pPr>
          </a:lstStyle>
          <a:p>
            <a:pPr>
              <a:defRPr sz="1725" b="0">
                <a:solidFill>
                  <a:srgbClr val="63708A"/>
                </a:solidFill>
                <a:latin typeface="Arial"/>
                <a:ea typeface="Arial"/>
                <a:cs typeface="Arial"/>
              </a:defRPr>
            </a:pPr>
            <a:r>
              <a:rPr sz="1725" b="0">
                <a:solidFill>
                  <a:srgbClr val="63708A"/>
                </a:solidFill>
                <a:latin typeface="Arial"/>
                <a:ea typeface="Arial"/>
                <a:cs typeface="Arial"/>
              </a:rPr>
              <a:t>Профессиональные навыки иногда менялись на один уровень: 75% или 100%.</a:t>
            </a:r>
          </a:p>
        </p:txBody>
      </p:sp>
      <p:sp>
        <p:nvSpPr>
          <p:cNvPr id="15" name="Прямоугольник 14">
            <a:extLst>
              <a:ext uri="{FF2B5EF4-FFF2-40B4-BE49-F238E27FC236}">
                <a16:creationId xmlns:a16="http://schemas.microsoft.com/office/drawing/2014/main" id="{036BEDB3-C035-4376-974A-9C3567B84E29}"/>
              </a:ext>
            </a:extLst>
          </p:cNvPr>
          <p:cNvSpPr>
            <a:spLocks noGrp="1"/>
          </p:cNvSpPr>
          <p:nvPr/>
        </p:nvSpPr>
        <p:spPr>
          <a:xfrm>
            <a:off x="571500" y="5953125"/>
            <a:ext cx="11049000" cy="333375"/>
          </a:xfrm>
          <a:prstGeom prst="rect">
            <a:avLst/>
          </a:prstGeom>
          <a:noFill/>
          <a:ln w="0">
            <a:noFill/>
          </a:ln>
        </p:spPr>
        <p:txBody>
          <a:bodyPr/>
          <a:lstStyle>
            <a:defPPr>
              <a:defRPr sz="1275" b="0">
                <a:solidFill>
                  <a:srgbClr val="63708A"/>
                </a:solidFill>
                <a:latin typeface="Arial"/>
                <a:ea typeface="Arial"/>
                <a:cs typeface="Arial"/>
              </a:defRPr>
            </a:defPPr>
            <a:lvl1pPr>
              <a:defRPr sz="1275" b="0">
                <a:solidFill>
                  <a:srgbClr val="63708A"/>
                </a:solidFill>
                <a:latin typeface="Arial"/>
                <a:ea typeface="Arial"/>
                <a:cs typeface="Arial"/>
              </a:defRPr>
            </a:lvl1pPr>
            <a:lvl2pPr>
              <a:defRPr sz="1275" b="0">
                <a:solidFill>
                  <a:srgbClr val="63708A"/>
                </a:solidFill>
                <a:latin typeface="Arial"/>
                <a:ea typeface="Arial"/>
                <a:cs typeface="Arial"/>
              </a:defRPr>
            </a:lvl2pPr>
            <a:lvl3pPr>
              <a:defRPr sz="1275" b="0">
                <a:solidFill>
                  <a:srgbClr val="63708A"/>
                </a:solidFill>
                <a:latin typeface="Arial"/>
                <a:ea typeface="Arial"/>
                <a:cs typeface="Arial"/>
              </a:defRPr>
            </a:lvl3pPr>
            <a:lvl4pPr>
              <a:defRPr sz="1275" b="0">
                <a:solidFill>
                  <a:srgbClr val="63708A"/>
                </a:solidFill>
                <a:latin typeface="Arial"/>
                <a:ea typeface="Arial"/>
                <a:cs typeface="Arial"/>
              </a:defRPr>
            </a:lvl4pPr>
            <a:lvl5pPr>
              <a:defRPr sz="1275" b="0">
                <a:solidFill>
                  <a:srgbClr val="63708A"/>
                </a:solidFill>
                <a:latin typeface="Arial"/>
                <a:ea typeface="Arial"/>
                <a:cs typeface="Arial"/>
              </a:defRPr>
            </a:lvl5pPr>
            <a:lvl6pPr>
              <a:defRPr sz="1275" b="0">
                <a:solidFill>
                  <a:srgbClr val="63708A"/>
                </a:solidFill>
                <a:latin typeface="Arial"/>
                <a:ea typeface="Arial"/>
                <a:cs typeface="Arial"/>
              </a:defRPr>
            </a:lvl6pPr>
            <a:lvl7pPr>
              <a:defRPr sz="1275" b="0">
                <a:solidFill>
                  <a:srgbClr val="63708A"/>
                </a:solidFill>
                <a:latin typeface="Arial"/>
                <a:ea typeface="Arial"/>
                <a:cs typeface="Arial"/>
              </a:defRPr>
            </a:lvl7pPr>
            <a:lvl8pPr>
              <a:defRPr sz="1275" b="0">
                <a:solidFill>
                  <a:srgbClr val="63708A"/>
                </a:solidFill>
                <a:latin typeface="Arial"/>
                <a:ea typeface="Arial"/>
                <a:cs typeface="Arial"/>
              </a:defRPr>
            </a:lvl8pPr>
            <a:lvl9pPr>
              <a:defRPr sz="1275" b="0">
                <a:solidFill>
                  <a:srgbClr val="63708A"/>
                </a:solidFill>
                <a:latin typeface="Arial"/>
                <a:ea typeface="Arial"/>
                <a:cs typeface="Arial"/>
              </a:defRPr>
            </a:lvl9pPr>
          </a:lstStyle>
          <a:p>
            <a:pPr>
              <a:defRPr sz="1275" b="0">
                <a:solidFill>
                  <a:srgbClr val="63708A"/>
                </a:solidFill>
                <a:latin typeface="Arial"/>
                <a:ea typeface="Arial"/>
                <a:cs typeface="Arial"/>
              </a:defRPr>
            </a:pPr>
            <a:r>
              <a:rPr sz="1275" b="0">
                <a:solidFill>
                  <a:srgbClr val="63708A"/>
                </a:solidFill>
                <a:latin typeface="Arial"/>
                <a:ea typeface="Arial"/>
                <a:cs typeface="Arial"/>
              </a:rPr>
              <a:t>Реальные проверки A1 и R1–R5. Это воспроизводимость, а точность квалификации ещё нужно проверить.</a:t>
            </a:r>
          </a:p>
        </p:txBody>
      </p:sp>
    </p:spTree>
    <p:extLst>
      <p:ext uri="{BB962C8B-B14F-4D97-AF65-F5344CB8AC3E}">
        <p14:creationId xmlns:p14="http://schemas.microsoft.com/office/powerpoint/2010/main" val="1050407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x">
            <a:extLst>
              <a:ext uri="{FF2B5EF4-FFF2-40B4-BE49-F238E27FC236}">
                <a16:creationId xmlns:a16="http://schemas.microsoft.com/office/drawing/2014/main" id="{F33E95E2-B37F-1FBF-8DE7-F2A9CCAE3DC9}"/>
              </a:ext>
            </a:extLst>
          </p:cNvPr>
          <p:cNvSpPr>
            <a:spLocks noGrp="1"/>
          </p:cNvSpPr>
          <p:nvPr/>
        </p:nvSpPr>
        <p:spPr>
          <a:xfrm>
            <a:off x="0" y="0"/>
            <a:ext cx="95250" cy="6858000"/>
          </a:xfrm>
          <a:prstGeom prst="rect">
            <a:avLst/>
          </a:prstGeom>
          <a:solidFill>
            <a:srgbClr val="6E59F7"/>
          </a:solidFill>
          <a:ln w="0">
            <a:noFill/>
            <a:prstDash val="solid"/>
          </a:ln>
        </p:spPr>
        <p:txBody>
          <a:bodyPr/>
          <a:lstStyle/>
          <a:p>
            <a:endParaRPr/>
          </a:p>
        </p:txBody>
      </p:sp>
      <p:sp>
        <p:nvSpPr>
          <p:cNvPr id="6" name="Прямая соединительная линия 5">
            <a:extLst>
              <a:ext uri="{FF2B5EF4-FFF2-40B4-BE49-F238E27FC236}">
                <a16:creationId xmlns:a16="http://schemas.microsoft.com/office/drawing/2014/main" id="{3F48383F-597A-AB74-F80E-3106ED609E73}"/>
              </a:ext>
            </a:extLst>
          </p:cNvPr>
          <p:cNvSpPr>
            <a:spLocks noGrp="1"/>
          </p:cNvSpPr>
          <p:nvPr/>
        </p:nvSpPr>
        <p:spPr>
          <a:xfrm>
            <a:off x="476250" y="6334125"/>
            <a:ext cx="11239500" cy="0"/>
          </a:xfrm>
          <a:prstGeom prst="line">
            <a:avLst/>
          </a:prstGeom>
          <a:noFill/>
          <a:ln w="9525">
            <a:solidFill>
              <a:srgbClr val="D9DDF0"/>
            </a:solidFill>
            <a:prstDash val="solid"/>
          </a:ln>
        </p:spPr>
        <p:txBody>
          <a:bodyPr/>
          <a:lstStyle/>
          <a:p>
            <a:endParaRPr/>
          </a:p>
        </p:txBody>
      </p:sp>
      <p:sp>
        <p:nvSpPr>
          <p:cNvPr id="7" name="Прямоугольник 6">
            <a:extLst>
              <a:ext uri="{FF2B5EF4-FFF2-40B4-BE49-F238E27FC236}">
                <a16:creationId xmlns:a16="http://schemas.microsoft.com/office/drawing/2014/main" id="{2EBF5993-CB2B-4410-8AE5-7376418C2692}"/>
              </a:ext>
            </a:extLst>
          </p:cNvPr>
          <p:cNvSpPr>
            <a:spLocks noGrp="1"/>
          </p:cNvSpPr>
          <p:nvPr/>
        </p:nvSpPr>
        <p:spPr>
          <a:xfrm>
            <a:off x="476250" y="285750"/>
            <a:ext cx="6667500" cy="238125"/>
          </a:xfrm>
          <a:prstGeom prst="rect">
            <a:avLst/>
          </a:prstGeom>
          <a:noFill/>
          <a:ln w="0">
            <a:noFill/>
          </a:ln>
        </p:spPr>
        <p:txBody>
          <a:bodyPr/>
          <a:lstStyle>
            <a:defPPr>
              <a:defRPr sz="1050" b="1">
                <a:solidFill>
                  <a:srgbClr val="6E59F7"/>
                </a:solidFill>
                <a:latin typeface="Arial"/>
                <a:ea typeface="Arial"/>
                <a:cs typeface="Arial"/>
              </a:defRPr>
            </a:defPPr>
            <a:lvl1pPr>
              <a:defRPr sz="1050" b="1">
                <a:solidFill>
                  <a:srgbClr val="6E59F7"/>
                </a:solidFill>
                <a:latin typeface="Arial"/>
                <a:ea typeface="Arial"/>
                <a:cs typeface="Arial"/>
              </a:defRPr>
            </a:lvl1pPr>
            <a:lvl2pPr>
              <a:defRPr sz="1050" b="1">
                <a:solidFill>
                  <a:srgbClr val="6E59F7"/>
                </a:solidFill>
                <a:latin typeface="Arial"/>
                <a:ea typeface="Arial"/>
                <a:cs typeface="Arial"/>
              </a:defRPr>
            </a:lvl2pPr>
            <a:lvl3pPr>
              <a:defRPr sz="1050" b="1">
                <a:solidFill>
                  <a:srgbClr val="6E59F7"/>
                </a:solidFill>
                <a:latin typeface="Arial"/>
                <a:ea typeface="Arial"/>
                <a:cs typeface="Arial"/>
              </a:defRPr>
            </a:lvl3pPr>
            <a:lvl4pPr>
              <a:defRPr sz="1050" b="1">
                <a:solidFill>
                  <a:srgbClr val="6E59F7"/>
                </a:solidFill>
                <a:latin typeface="Arial"/>
                <a:ea typeface="Arial"/>
                <a:cs typeface="Arial"/>
              </a:defRPr>
            </a:lvl4pPr>
            <a:lvl5pPr>
              <a:defRPr sz="1050" b="1">
                <a:solidFill>
                  <a:srgbClr val="6E59F7"/>
                </a:solidFill>
                <a:latin typeface="Arial"/>
                <a:ea typeface="Arial"/>
                <a:cs typeface="Arial"/>
              </a:defRPr>
            </a:lvl5pPr>
            <a:lvl6pPr>
              <a:defRPr sz="1050" b="1">
                <a:solidFill>
                  <a:srgbClr val="6E59F7"/>
                </a:solidFill>
                <a:latin typeface="Arial"/>
                <a:ea typeface="Arial"/>
                <a:cs typeface="Arial"/>
              </a:defRPr>
            </a:lvl6pPr>
            <a:lvl7pPr>
              <a:defRPr sz="1050" b="1">
                <a:solidFill>
                  <a:srgbClr val="6E59F7"/>
                </a:solidFill>
                <a:latin typeface="Arial"/>
                <a:ea typeface="Arial"/>
                <a:cs typeface="Arial"/>
              </a:defRPr>
            </a:lvl7pPr>
            <a:lvl8pPr>
              <a:defRPr sz="1050" b="1">
                <a:solidFill>
                  <a:srgbClr val="6E59F7"/>
                </a:solidFill>
                <a:latin typeface="Arial"/>
                <a:ea typeface="Arial"/>
                <a:cs typeface="Arial"/>
              </a:defRPr>
            </a:lvl8pPr>
            <a:lvl9pPr>
              <a:defRPr sz="1050" b="1">
                <a:solidFill>
                  <a:srgbClr val="6E59F7"/>
                </a:solidFill>
                <a:latin typeface="Arial"/>
                <a:ea typeface="Arial"/>
                <a:cs typeface="Arial"/>
              </a:defRPr>
            </a:lvl9pPr>
          </a:lstStyle>
          <a:p>
            <a:pPr>
              <a:defRPr sz="1050" b="1">
                <a:solidFill>
                  <a:srgbClr val="6E59F7"/>
                </a:solidFill>
                <a:latin typeface="Arial"/>
                <a:ea typeface="Arial"/>
                <a:cs typeface="Arial"/>
              </a:defRPr>
            </a:pPr>
            <a:r>
              <a:rPr sz="1050" b="1">
                <a:solidFill>
                  <a:srgbClr val="6E59F7"/>
                </a:solidFill>
                <a:latin typeface="Arial"/>
                <a:ea typeface="Arial"/>
                <a:cs typeface="Arial"/>
              </a:rPr>
              <a:t>BI ACADEMY</a:t>
            </a:r>
          </a:p>
        </p:txBody>
      </p:sp>
      <p:sp>
        <p:nvSpPr>
          <p:cNvPr id="8" name="Прямоугольник 7">
            <a:extLst>
              <a:ext uri="{FF2B5EF4-FFF2-40B4-BE49-F238E27FC236}">
                <a16:creationId xmlns:a16="http://schemas.microsoft.com/office/drawing/2014/main" id="{2DB0DF3E-1D0E-4C8C-BB98-F5256A052FEF}"/>
              </a:ext>
            </a:extLst>
          </p:cNvPr>
          <p:cNvSpPr>
            <a:spLocks noGrp="1"/>
          </p:cNvSpPr>
          <p:nvPr/>
        </p:nvSpPr>
        <p:spPr>
          <a:xfrm>
            <a:off x="11334750" y="6448425"/>
            <a:ext cx="428625" cy="190500"/>
          </a:xfrm>
          <a:prstGeom prst="rect">
            <a:avLst/>
          </a:prstGeom>
          <a:noFill/>
          <a:ln w="0">
            <a:noFill/>
          </a:ln>
        </p:spPr>
        <p:txBody>
          <a:bodyPr/>
          <a:lstStyle>
            <a:defPPr>
              <a:defRPr sz="975" b="0">
                <a:solidFill>
                  <a:srgbClr val="63708A"/>
                </a:solidFill>
                <a:latin typeface="Arial"/>
                <a:ea typeface="Arial"/>
                <a:cs typeface="Arial"/>
              </a:defRPr>
            </a:defPPr>
            <a:lvl1pPr>
              <a:defRPr sz="975" b="0">
                <a:solidFill>
                  <a:srgbClr val="63708A"/>
                </a:solidFill>
                <a:latin typeface="Arial"/>
                <a:ea typeface="Arial"/>
                <a:cs typeface="Arial"/>
              </a:defRPr>
            </a:lvl1pPr>
            <a:lvl2pPr>
              <a:defRPr sz="975" b="0">
                <a:solidFill>
                  <a:srgbClr val="63708A"/>
                </a:solidFill>
                <a:latin typeface="Arial"/>
                <a:ea typeface="Arial"/>
                <a:cs typeface="Arial"/>
              </a:defRPr>
            </a:lvl2pPr>
            <a:lvl3pPr>
              <a:defRPr sz="975" b="0">
                <a:solidFill>
                  <a:srgbClr val="63708A"/>
                </a:solidFill>
                <a:latin typeface="Arial"/>
                <a:ea typeface="Arial"/>
                <a:cs typeface="Arial"/>
              </a:defRPr>
            </a:lvl3pPr>
            <a:lvl4pPr>
              <a:defRPr sz="975" b="0">
                <a:solidFill>
                  <a:srgbClr val="63708A"/>
                </a:solidFill>
                <a:latin typeface="Arial"/>
                <a:ea typeface="Arial"/>
                <a:cs typeface="Arial"/>
              </a:defRPr>
            </a:lvl4pPr>
            <a:lvl5pPr>
              <a:defRPr sz="975" b="0">
                <a:solidFill>
                  <a:srgbClr val="63708A"/>
                </a:solidFill>
                <a:latin typeface="Arial"/>
                <a:ea typeface="Arial"/>
                <a:cs typeface="Arial"/>
              </a:defRPr>
            </a:lvl5pPr>
            <a:lvl6pPr>
              <a:defRPr sz="975" b="0">
                <a:solidFill>
                  <a:srgbClr val="63708A"/>
                </a:solidFill>
                <a:latin typeface="Arial"/>
                <a:ea typeface="Arial"/>
                <a:cs typeface="Arial"/>
              </a:defRPr>
            </a:lvl6pPr>
            <a:lvl7pPr>
              <a:defRPr sz="975" b="0">
                <a:solidFill>
                  <a:srgbClr val="63708A"/>
                </a:solidFill>
                <a:latin typeface="Arial"/>
                <a:ea typeface="Arial"/>
                <a:cs typeface="Arial"/>
              </a:defRPr>
            </a:lvl7pPr>
            <a:lvl8pPr>
              <a:defRPr sz="975" b="0">
                <a:solidFill>
                  <a:srgbClr val="63708A"/>
                </a:solidFill>
                <a:latin typeface="Arial"/>
                <a:ea typeface="Arial"/>
                <a:cs typeface="Arial"/>
              </a:defRPr>
            </a:lvl8pPr>
            <a:lvl9pPr>
              <a:defRPr sz="975" b="0">
                <a:solidFill>
                  <a:srgbClr val="63708A"/>
                </a:solidFill>
                <a:latin typeface="Arial"/>
                <a:ea typeface="Arial"/>
                <a:cs typeface="Arial"/>
              </a:defRPr>
            </a:lvl9pPr>
          </a:lstStyle>
          <a:p>
            <a:pPr>
              <a:defRPr sz="975" b="0">
                <a:solidFill>
                  <a:srgbClr val="63708A"/>
                </a:solidFill>
                <a:latin typeface="Arial"/>
                <a:ea typeface="Arial"/>
                <a:cs typeface="Arial"/>
              </a:defRPr>
            </a:pPr>
            <a:r>
              <a:rPr sz="975" b="0">
                <a:solidFill>
                  <a:srgbClr val="63708A"/>
                </a:solidFill>
                <a:latin typeface="Arial"/>
                <a:ea typeface="Arial"/>
                <a:cs typeface="Arial"/>
              </a:rPr>
              <a:t>06</a:t>
            </a:r>
          </a:p>
        </p:txBody>
      </p:sp>
      <p:sp>
        <p:nvSpPr>
          <p:cNvPr id="9" name="Прямоугольник 8">
            <a:extLst>
              <a:ext uri="{FF2B5EF4-FFF2-40B4-BE49-F238E27FC236}">
                <a16:creationId xmlns:a16="http://schemas.microsoft.com/office/drawing/2014/main" id="{D7E80B3D-4BF8-43DC-B1D7-3D52277DB260}"/>
              </a:ext>
            </a:extLst>
          </p:cNvPr>
          <p:cNvSpPr>
            <a:spLocks noGrp="1"/>
          </p:cNvSpPr>
          <p:nvPr/>
        </p:nvSpPr>
        <p:spPr>
          <a:xfrm>
            <a:off x="571500" y="838200"/>
            <a:ext cx="11049000" cy="714375"/>
          </a:xfrm>
          <a:prstGeom prst="rect">
            <a:avLst/>
          </a:prstGeom>
          <a:noFill/>
          <a:ln w="0">
            <a:noFill/>
          </a:ln>
        </p:spPr>
        <p:txBody>
          <a:bodyPr/>
          <a:lstStyle>
            <a:defPPr>
              <a:defRPr sz="3300" b="1">
                <a:solidFill>
                  <a:srgbClr val="16213A"/>
                </a:solidFill>
                <a:latin typeface="Arial"/>
                <a:ea typeface="Arial"/>
                <a:cs typeface="Arial"/>
              </a:defRPr>
            </a:defPPr>
            <a:lvl1pPr>
              <a:defRPr sz="3300" b="1">
                <a:solidFill>
                  <a:srgbClr val="16213A"/>
                </a:solidFill>
                <a:latin typeface="Arial"/>
                <a:ea typeface="Arial"/>
                <a:cs typeface="Arial"/>
              </a:defRPr>
            </a:lvl1pPr>
            <a:lvl2pPr>
              <a:defRPr sz="3300" b="1">
                <a:solidFill>
                  <a:srgbClr val="16213A"/>
                </a:solidFill>
                <a:latin typeface="Arial"/>
                <a:ea typeface="Arial"/>
                <a:cs typeface="Arial"/>
              </a:defRPr>
            </a:lvl2pPr>
            <a:lvl3pPr>
              <a:defRPr sz="3300" b="1">
                <a:solidFill>
                  <a:srgbClr val="16213A"/>
                </a:solidFill>
                <a:latin typeface="Arial"/>
                <a:ea typeface="Arial"/>
                <a:cs typeface="Arial"/>
              </a:defRPr>
            </a:lvl3pPr>
            <a:lvl4pPr>
              <a:defRPr sz="3300" b="1">
                <a:solidFill>
                  <a:srgbClr val="16213A"/>
                </a:solidFill>
                <a:latin typeface="Arial"/>
                <a:ea typeface="Arial"/>
                <a:cs typeface="Arial"/>
              </a:defRPr>
            </a:lvl4pPr>
            <a:lvl5pPr>
              <a:defRPr sz="3300" b="1">
                <a:solidFill>
                  <a:srgbClr val="16213A"/>
                </a:solidFill>
                <a:latin typeface="Arial"/>
                <a:ea typeface="Arial"/>
                <a:cs typeface="Arial"/>
              </a:defRPr>
            </a:lvl5pPr>
            <a:lvl6pPr>
              <a:defRPr sz="3300" b="1">
                <a:solidFill>
                  <a:srgbClr val="16213A"/>
                </a:solidFill>
                <a:latin typeface="Arial"/>
                <a:ea typeface="Arial"/>
                <a:cs typeface="Arial"/>
              </a:defRPr>
            </a:lvl6pPr>
            <a:lvl7pPr>
              <a:defRPr sz="3300" b="1">
                <a:solidFill>
                  <a:srgbClr val="16213A"/>
                </a:solidFill>
                <a:latin typeface="Arial"/>
                <a:ea typeface="Arial"/>
                <a:cs typeface="Arial"/>
              </a:defRPr>
            </a:lvl7pPr>
            <a:lvl8pPr>
              <a:defRPr sz="3300" b="1">
                <a:solidFill>
                  <a:srgbClr val="16213A"/>
                </a:solidFill>
                <a:latin typeface="Arial"/>
                <a:ea typeface="Arial"/>
                <a:cs typeface="Arial"/>
              </a:defRPr>
            </a:lvl8pPr>
            <a:lvl9pPr>
              <a:defRPr sz="3300" b="1">
                <a:solidFill>
                  <a:srgbClr val="16213A"/>
                </a:solidFill>
                <a:latin typeface="Arial"/>
                <a:ea typeface="Arial"/>
                <a:cs typeface="Arial"/>
              </a:defRPr>
            </a:lvl9pPr>
          </a:lstStyle>
          <a:p>
            <a:pPr>
              <a:defRPr sz="3300" b="1">
                <a:solidFill>
                  <a:srgbClr val="16213A"/>
                </a:solidFill>
                <a:latin typeface="Arial"/>
                <a:ea typeface="Arial"/>
                <a:cs typeface="Arial"/>
              </a:defRPr>
            </a:pPr>
            <a:r>
              <a:rPr sz="3300" b="1">
                <a:solidFill>
                  <a:srgbClr val="16213A"/>
                </a:solidFill>
                <a:latin typeface="Arial"/>
                <a:ea typeface="Arial"/>
                <a:cs typeface="Arial"/>
              </a:rPr>
              <a:t>Разные ответы дают разные профили</a:t>
            </a:r>
          </a:p>
        </p:txBody>
      </p:sp>
      <p:sp>
        <p:nvSpPr>
          <p:cNvPr id="10" name="Прямоугольник 9">
            <a:extLst>
              <a:ext uri="{FF2B5EF4-FFF2-40B4-BE49-F238E27FC236}">
                <a16:creationId xmlns:a16="http://schemas.microsoft.com/office/drawing/2014/main" id="{484F1521-975C-46BB-8852-4128AB9483FE}"/>
              </a:ext>
            </a:extLst>
          </p:cNvPr>
          <p:cNvSpPr>
            <a:spLocks noGrp="1"/>
          </p:cNvSpPr>
          <p:nvPr/>
        </p:nvSpPr>
        <p:spPr>
          <a:xfrm>
            <a:off x="571500" y="1666875"/>
            <a:ext cx="5334000" cy="476250"/>
          </a:xfrm>
          <a:prstGeom prst="rect">
            <a:avLst/>
          </a:prstGeom>
          <a:noFill/>
          <a:ln w="0">
            <a:noFill/>
          </a:ln>
        </p:spPr>
        <p:txBody>
          <a:bodyPr/>
          <a:lstStyle>
            <a:defPPr>
              <a:defRPr sz="1875" b="1">
                <a:solidFill>
                  <a:srgbClr val="6E59F7"/>
                </a:solidFill>
                <a:latin typeface="Arial"/>
                <a:ea typeface="Arial"/>
                <a:cs typeface="Arial"/>
              </a:defRPr>
            </a:defPPr>
            <a:lvl1pPr>
              <a:defRPr sz="1875" b="1">
                <a:solidFill>
                  <a:srgbClr val="6E59F7"/>
                </a:solidFill>
                <a:latin typeface="Arial"/>
                <a:ea typeface="Arial"/>
                <a:cs typeface="Arial"/>
              </a:defRPr>
            </a:lvl1pPr>
            <a:lvl2pPr>
              <a:defRPr sz="1875" b="1">
                <a:solidFill>
                  <a:srgbClr val="6E59F7"/>
                </a:solidFill>
                <a:latin typeface="Arial"/>
                <a:ea typeface="Arial"/>
                <a:cs typeface="Arial"/>
              </a:defRPr>
            </a:lvl2pPr>
            <a:lvl3pPr>
              <a:defRPr sz="1875" b="1">
                <a:solidFill>
                  <a:srgbClr val="6E59F7"/>
                </a:solidFill>
                <a:latin typeface="Arial"/>
                <a:ea typeface="Arial"/>
                <a:cs typeface="Arial"/>
              </a:defRPr>
            </a:lvl3pPr>
            <a:lvl4pPr>
              <a:defRPr sz="1875" b="1">
                <a:solidFill>
                  <a:srgbClr val="6E59F7"/>
                </a:solidFill>
                <a:latin typeface="Arial"/>
                <a:ea typeface="Arial"/>
                <a:cs typeface="Arial"/>
              </a:defRPr>
            </a:lvl4pPr>
            <a:lvl5pPr>
              <a:defRPr sz="1875" b="1">
                <a:solidFill>
                  <a:srgbClr val="6E59F7"/>
                </a:solidFill>
                <a:latin typeface="Arial"/>
                <a:ea typeface="Arial"/>
                <a:cs typeface="Arial"/>
              </a:defRPr>
            </a:lvl5pPr>
            <a:lvl6pPr>
              <a:defRPr sz="1875" b="1">
                <a:solidFill>
                  <a:srgbClr val="6E59F7"/>
                </a:solidFill>
                <a:latin typeface="Arial"/>
                <a:ea typeface="Arial"/>
                <a:cs typeface="Arial"/>
              </a:defRPr>
            </a:lvl6pPr>
            <a:lvl7pPr>
              <a:defRPr sz="1875" b="1">
                <a:solidFill>
                  <a:srgbClr val="6E59F7"/>
                </a:solidFill>
                <a:latin typeface="Arial"/>
                <a:ea typeface="Arial"/>
                <a:cs typeface="Arial"/>
              </a:defRPr>
            </a:lvl7pPr>
            <a:lvl8pPr>
              <a:defRPr sz="1875" b="1">
                <a:solidFill>
                  <a:srgbClr val="6E59F7"/>
                </a:solidFill>
                <a:latin typeface="Arial"/>
                <a:ea typeface="Arial"/>
                <a:cs typeface="Arial"/>
              </a:defRPr>
            </a:lvl8pPr>
            <a:lvl9pPr>
              <a:defRPr sz="1875" b="1">
                <a:solidFill>
                  <a:srgbClr val="6E59F7"/>
                </a:solidFill>
                <a:latin typeface="Arial"/>
                <a:ea typeface="Arial"/>
                <a:cs typeface="Arial"/>
              </a:defRPr>
            </a:lvl9pPr>
          </a:lstStyle>
          <a:p>
            <a:pPr>
              <a:defRPr sz="1875" b="1">
                <a:solidFill>
                  <a:srgbClr val="6E59F7"/>
                </a:solidFill>
                <a:latin typeface="Arial"/>
                <a:ea typeface="Arial"/>
                <a:cs typeface="Arial"/>
              </a:defRPr>
            </a:pPr>
            <a:r>
              <a:rPr sz="1875" b="1">
                <a:solidFill>
                  <a:srgbClr val="6E59F7"/>
                </a:solidFill>
                <a:latin typeface="Arial"/>
                <a:ea typeface="Arial"/>
                <a:cs typeface="Arial"/>
              </a:rPr>
              <a:t>Прораб: подробные решения</a:t>
            </a:r>
          </a:p>
        </p:txBody>
      </p:sp>
      <p:sp>
        <p:nvSpPr>
          <p:cNvPr id="11" name="Прямоугольник 10">
            <a:extLst>
              <a:ext uri="{FF2B5EF4-FFF2-40B4-BE49-F238E27FC236}">
                <a16:creationId xmlns:a16="http://schemas.microsoft.com/office/drawing/2014/main" id="{329E4633-2CF3-49AD-91A7-AAE1CFFB9023}"/>
              </a:ext>
            </a:extLst>
          </p:cNvPr>
          <p:cNvSpPr>
            <a:spLocks noGrp="1"/>
          </p:cNvSpPr>
          <p:nvPr/>
        </p:nvSpPr>
        <p:spPr>
          <a:xfrm>
            <a:off x="6238875" y="1666875"/>
            <a:ext cx="5381625" cy="476250"/>
          </a:xfrm>
          <a:prstGeom prst="rect">
            <a:avLst/>
          </a:prstGeom>
          <a:noFill/>
          <a:ln w="0">
            <a:noFill/>
          </a:ln>
        </p:spPr>
        <p:txBody>
          <a:bodyPr/>
          <a:lstStyle>
            <a:defPPr>
              <a:defRPr sz="1875" b="1">
                <a:solidFill>
                  <a:srgbClr val="6E59F7"/>
                </a:solidFill>
                <a:latin typeface="Arial"/>
                <a:ea typeface="Arial"/>
                <a:cs typeface="Arial"/>
              </a:defRPr>
            </a:defPPr>
            <a:lvl1pPr>
              <a:defRPr sz="1875" b="1">
                <a:solidFill>
                  <a:srgbClr val="6E59F7"/>
                </a:solidFill>
                <a:latin typeface="Arial"/>
                <a:ea typeface="Arial"/>
                <a:cs typeface="Arial"/>
              </a:defRPr>
            </a:lvl1pPr>
            <a:lvl2pPr>
              <a:defRPr sz="1875" b="1">
                <a:solidFill>
                  <a:srgbClr val="6E59F7"/>
                </a:solidFill>
                <a:latin typeface="Arial"/>
                <a:ea typeface="Arial"/>
                <a:cs typeface="Arial"/>
              </a:defRPr>
            </a:lvl2pPr>
            <a:lvl3pPr>
              <a:defRPr sz="1875" b="1">
                <a:solidFill>
                  <a:srgbClr val="6E59F7"/>
                </a:solidFill>
                <a:latin typeface="Arial"/>
                <a:ea typeface="Arial"/>
                <a:cs typeface="Arial"/>
              </a:defRPr>
            </a:lvl3pPr>
            <a:lvl4pPr>
              <a:defRPr sz="1875" b="1">
                <a:solidFill>
                  <a:srgbClr val="6E59F7"/>
                </a:solidFill>
                <a:latin typeface="Arial"/>
                <a:ea typeface="Arial"/>
                <a:cs typeface="Arial"/>
              </a:defRPr>
            </a:lvl4pPr>
            <a:lvl5pPr>
              <a:defRPr sz="1875" b="1">
                <a:solidFill>
                  <a:srgbClr val="6E59F7"/>
                </a:solidFill>
                <a:latin typeface="Arial"/>
                <a:ea typeface="Arial"/>
                <a:cs typeface="Arial"/>
              </a:defRPr>
            </a:lvl5pPr>
            <a:lvl6pPr>
              <a:defRPr sz="1875" b="1">
                <a:solidFill>
                  <a:srgbClr val="6E59F7"/>
                </a:solidFill>
                <a:latin typeface="Arial"/>
                <a:ea typeface="Arial"/>
                <a:cs typeface="Arial"/>
              </a:defRPr>
            </a:lvl6pPr>
            <a:lvl7pPr>
              <a:defRPr sz="1875" b="1">
                <a:solidFill>
                  <a:srgbClr val="6E59F7"/>
                </a:solidFill>
                <a:latin typeface="Arial"/>
                <a:ea typeface="Arial"/>
                <a:cs typeface="Arial"/>
              </a:defRPr>
            </a:lvl7pPr>
            <a:lvl8pPr>
              <a:defRPr sz="1875" b="1">
                <a:solidFill>
                  <a:srgbClr val="6E59F7"/>
                </a:solidFill>
                <a:latin typeface="Arial"/>
                <a:ea typeface="Arial"/>
                <a:cs typeface="Arial"/>
              </a:defRPr>
            </a:lvl8pPr>
            <a:lvl9pPr>
              <a:defRPr sz="1875" b="1">
                <a:solidFill>
                  <a:srgbClr val="6E59F7"/>
                </a:solidFill>
                <a:latin typeface="Arial"/>
                <a:ea typeface="Arial"/>
                <a:cs typeface="Arial"/>
              </a:defRPr>
            </a:lvl9pPr>
          </a:lstStyle>
          <a:p>
            <a:pPr>
              <a:defRPr sz="1875" b="1">
                <a:solidFill>
                  <a:srgbClr val="6E59F7"/>
                </a:solidFill>
                <a:latin typeface="Arial"/>
                <a:ea typeface="Arial"/>
                <a:cs typeface="Arial"/>
              </a:defRPr>
            </a:pPr>
            <a:r>
              <a:rPr sz="1875" b="1">
                <a:solidFill>
                  <a:srgbClr val="6E59F7"/>
                </a:solidFill>
                <a:latin typeface="Arial"/>
                <a:ea typeface="Arial"/>
                <a:cs typeface="Arial"/>
              </a:rPr>
              <a:t>Мастер: уверенно, но небрежно</a:t>
            </a:r>
          </a:p>
        </p:txBody>
      </p:sp>
      <p:pic>
        <p:nvPicPr>
          <p:cNvPr id="12" name="Рисунок 11">
            <a:extLst>
              <a:ext uri="{FF2B5EF4-FFF2-40B4-BE49-F238E27FC236}">
                <a16:creationId xmlns:a16="http://schemas.microsoft.com/office/drawing/2014/main" id="{A09E6F1B-42BC-45C8-AF63-071579787CEB}"/>
              </a:ext>
            </a:extLst>
          </p:cNvPr>
          <p:cNvPicPr>
            <a:picLocks noChangeAspect="1"/>
          </p:cNvPicPr>
          <p:nvPr/>
        </p:nvPicPr>
        <p:blipFill>
          <a:blip r:embed="rId3"/>
          <a:stretch/>
        </p:blipFill>
        <p:spPr>
          <a:xfrm>
            <a:off x="571500" y="2143125"/>
            <a:ext cx="4431242" cy="3762375"/>
          </a:xfrm>
          <a:prstGeom prst="rect">
            <a:avLst/>
          </a:prstGeom>
        </p:spPr>
      </p:pic>
      <p:pic>
        <p:nvPicPr>
          <p:cNvPr id="13" name="Рисунок 12">
            <a:extLst>
              <a:ext uri="{FF2B5EF4-FFF2-40B4-BE49-F238E27FC236}">
                <a16:creationId xmlns:a16="http://schemas.microsoft.com/office/drawing/2014/main" id="{C552C16C-0722-4ED1-BB02-837A079AFFB9}"/>
              </a:ext>
            </a:extLst>
          </p:cNvPr>
          <p:cNvPicPr>
            <a:picLocks noChangeAspect="1"/>
          </p:cNvPicPr>
          <p:nvPr/>
        </p:nvPicPr>
        <p:blipFill>
          <a:blip r:embed="rId4"/>
          <a:stretch/>
        </p:blipFill>
        <p:spPr>
          <a:xfrm>
            <a:off x="6238875" y="2143125"/>
            <a:ext cx="4431242" cy="3762375"/>
          </a:xfrm>
          <a:prstGeom prst="rect">
            <a:avLst/>
          </a:prstGeom>
        </p:spPr>
      </p:pic>
      <p:sp>
        <p:nvSpPr>
          <p:cNvPr id="14" name="Прямоугольник 13">
            <a:extLst>
              <a:ext uri="{FF2B5EF4-FFF2-40B4-BE49-F238E27FC236}">
                <a16:creationId xmlns:a16="http://schemas.microsoft.com/office/drawing/2014/main" id="{88A7C7D0-3D22-4EF2-8011-5B753345F5CD}"/>
              </a:ext>
            </a:extLst>
          </p:cNvPr>
          <p:cNvSpPr>
            <a:spLocks noGrp="1"/>
          </p:cNvSpPr>
          <p:nvPr/>
        </p:nvSpPr>
        <p:spPr>
          <a:xfrm>
            <a:off x="571500" y="5953125"/>
            <a:ext cx="11049000" cy="333375"/>
          </a:xfrm>
          <a:prstGeom prst="rect">
            <a:avLst/>
          </a:prstGeom>
          <a:noFill/>
          <a:ln w="0">
            <a:noFill/>
          </a:ln>
        </p:spPr>
        <p:txBody>
          <a:bodyPr/>
          <a:lstStyle>
            <a:defPPr>
              <a:defRPr sz="1275" b="0">
                <a:solidFill>
                  <a:srgbClr val="63708A"/>
                </a:solidFill>
                <a:latin typeface="Arial"/>
                <a:ea typeface="Arial"/>
                <a:cs typeface="Arial"/>
              </a:defRPr>
            </a:defPPr>
            <a:lvl1pPr>
              <a:defRPr sz="1275" b="0">
                <a:solidFill>
                  <a:srgbClr val="63708A"/>
                </a:solidFill>
                <a:latin typeface="Arial"/>
                <a:ea typeface="Arial"/>
                <a:cs typeface="Arial"/>
              </a:defRPr>
            </a:lvl1pPr>
            <a:lvl2pPr>
              <a:defRPr sz="1275" b="0">
                <a:solidFill>
                  <a:srgbClr val="63708A"/>
                </a:solidFill>
                <a:latin typeface="Arial"/>
                <a:ea typeface="Arial"/>
                <a:cs typeface="Arial"/>
              </a:defRPr>
            </a:lvl2pPr>
            <a:lvl3pPr>
              <a:defRPr sz="1275" b="0">
                <a:solidFill>
                  <a:srgbClr val="63708A"/>
                </a:solidFill>
                <a:latin typeface="Arial"/>
                <a:ea typeface="Arial"/>
                <a:cs typeface="Arial"/>
              </a:defRPr>
            </a:lvl3pPr>
            <a:lvl4pPr>
              <a:defRPr sz="1275" b="0">
                <a:solidFill>
                  <a:srgbClr val="63708A"/>
                </a:solidFill>
                <a:latin typeface="Arial"/>
                <a:ea typeface="Arial"/>
                <a:cs typeface="Arial"/>
              </a:defRPr>
            </a:lvl4pPr>
            <a:lvl5pPr>
              <a:defRPr sz="1275" b="0">
                <a:solidFill>
                  <a:srgbClr val="63708A"/>
                </a:solidFill>
                <a:latin typeface="Arial"/>
                <a:ea typeface="Arial"/>
                <a:cs typeface="Arial"/>
              </a:defRPr>
            </a:lvl5pPr>
            <a:lvl6pPr>
              <a:defRPr sz="1275" b="0">
                <a:solidFill>
                  <a:srgbClr val="63708A"/>
                </a:solidFill>
                <a:latin typeface="Arial"/>
                <a:ea typeface="Arial"/>
                <a:cs typeface="Arial"/>
              </a:defRPr>
            </a:lvl6pPr>
            <a:lvl7pPr>
              <a:defRPr sz="1275" b="0">
                <a:solidFill>
                  <a:srgbClr val="63708A"/>
                </a:solidFill>
                <a:latin typeface="Arial"/>
                <a:ea typeface="Arial"/>
                <a:cs typeface="Arial"/>
              </a:defRPr>
            </a:lvl7pPr>
            <a:lvl8pPr>
              <a:defRPr sz="1275" b="0">
                <a:solidFill>
                  <a:srgbClr val="63708A"/>
                </a:solidFill>
                <a:latin typeface="Arial"/>
                <a:ea typeface="Arial"/>
                <a:cs typeface="Arial"/>
              </a:defRPr>
            </a:lvl8pPr>
            <a:lvl9pPr>
              <a:defRPr sz="1275" b="0">
                <a:solidFill>
                  <a:srgbClr val="63708A"/>
                </a:solidFill>
                <a:latin typeface="Arial"/>
                <a:ea typeface="Arial"/>
                <a:cs typeface="Arial"/>
              </a:defRPr>
            </a:lvl9pPr>
          </a:lstStyle>
          <a:p>
            <a:pPr>
              <a:defRPr sz="1275" b="0">
                <a:solidFill>
                  <a:srgbClr val="63708A"/>
                </a:solidFill>
                <a:latin typeface="Arial"/>
                <a:ea typeface="Arial"/>
                <a:cs typeface="Arial"/>
              </a:defRPr>
            </a:pPr>
            <a:r>
              <a:rPr sz="1275" b="0">
                <a:solidFill>
                  <a:srgbClr val="63708A"/>
                </a:solidFill>
                <a:latin typeface="Arial"/>
                <a:ea typeface="Arial"/>
                <a:cs typeface="Arial"/>
              </a:rPr>
              <a:t>Реальные результаты A1 и B1. Например, дисциплина: 100% у прораба и 35% у мастера.</a:t>
            </a:r>
          </a:p>
        </p:txBody>
      </p:sp>
    </p:spTree>
    <p:extLst>
      <p:ext uri="{BB962C8B-B14F-4D97-AF65-F5344CB8AC3E}">
        <p14:creationId xmlns:p14="http://schemas.microsoft.com/office/powerpoint/2010/main" val="2607416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4" name="box">
            <a:extLst>
              <a:ext uri="{FF2B5EF4-FFF2-40B4-BE49-F238E27FC236}">
                <a16:creationId xmlns:a16="http://schemas.microsoft.com/office/drawing/2014/main" id="{71E842BC-49BA-43E3-80E0-5B2EBAB97B52}"/>
              </a:ext>
            </a:extLst>
          </p:cNvPr>
          <p:cNvSpPr>
            <a:spLocks noGrp="1"/>
          </p:cNvSpPr>
          <p:nvPr/>
        </p:nvSpPr>
        <p:spPr>
          <a:xfrm>
            <a:off x="0" y="0"/>
            <a:ext cx="95250" cy="6858000"/>
          </a:xfrm>
          <a:prstGeom prst="rect">
            <a:avLst/>
          </a:prstGeom>
          <a:solidFill>
            <a:srgbClr val="6E59F7"/>
          </a:solidFill>
          <a:ln w="0">
            <a:noFill/>
            <a:prstDash val="solid"/>
          </a:ln>
        </p:spPr>
        <p:txBody>
          <a:bodyPr/>
          <a:lstStyle/>
          <a:p>
            <a:endParaRPr/>
          </a:p>
        </p:txBody>
      </p:sp>
      <p:sp>
        <p:nvSpPr>
          <p:cNvPr id="4" name="Прямая соединительная линия 3">
            <a:extLst>
              <a:ext uri="{FF2B5EF4-FFF2-40B4-BE49-F238E27FC236}">
                <a16:creationId xmlns:a16="http://schemas.microsoft.com/office/drawing/2014/main" id="{659396AC-175A-4A04-B4F9-25B706DE02DB}"/>
              </a:ext>
            </a:extLst>
          </p:cNvPr>
          <p:cNvSpPr>
            <a:spLocks noGrp="1"/>
          </p:cNvSpPr>
          <p:nvPr/>
        </p:nvSpPr>
        <p:spPr>
          <a:xfrm>
            <a:off x="476250" y="6334125"/>
            <a:ext cx="11239500" cy="0"/>
          </a:xfrm>
          <a:prstGeom prst="line">
            <a:avLst/>
          </a:prstGeom>
          <a:noFill/>
          <a:ln w="9525">
            <a:solidFill>
              <a:srgbClr val="D9DDF0"/>
            </a:solidFill>
            <a:prstDash val="solid"/>
          </a:ln>
        </p:spPr>
        <p:txBody>
          <a:bodyPr/>
          <a:lstStyle/>
          <a:p>
            <a:endParaRPr/>
          </a:p>
        </p:txBody>
      </p:sp>
      <p:sp>
        <p:nvSpPr>
          <p:cNvPr id="25" name="Прямоугольник 24">
            <a:extLst>
              <a:ext uri="{FF2B5EF4-FFF2-40B4-BE49-F238E27FC236}">
                <a16:creationId xmlns:a16="http://schemas.microsoft.com/office/drawing/2014/main" id="{B31B9074-E28A-4C96-B24D-2465C10C61C4}"/>
              </a:ext>
            </a:extLst>
          </p:cNvPr>
          <p:cNvSpPr>
            <a:spLocks noGrp="1"/>
          </p:cNvSpPr>
          <p:nvPr/>
        </p:nvSpPr>
        <p:spPr>
          <a:xfrm>
            <a:off x="476250" y="285750"/>
            <a:ext cx="6667500" cy="238125"/>
          </a:xfrm>
          <a:prstGeom prst="rect">
            <a:avLst/>
          </a:prstGeom>
          <a:noFill/>
          <a:ln w="0">
            <a:noFill/>
          </a:ln>
        </p:spPr>
        <p:txBody>
          <a:bodyPr/>
          <a:lstStyle>
            <a:defPPr>
              <a:defRPr sz="1050" b="1">
                <a:solidFill>
                  <a:srgbClr val="6E59F7"/>
                </a:solidFill>
                <a:latin typeface="Arial"/>
                <a:ea typeface="Arial"/>
                <a:cs typeface="Arial"/>
              </a:defRPr>
            </a:defPPr>
            <a:lvl1pPr>
              <a:defRPr sz="1050" b="1">
                <a:solidFill>
                  <a:srgbClr val="6E59F7"/>
                </a:solidFill>
                <a:latin typeface="Arial"/>
                <a:ea typeface="Arial"/>
                <a:cs typeface="Arial"/>
              </a:defRPr>
            </a:lvl1pPr>
            <a:lvl2pPr>
              <a:defRPr sz="1050" b="1">
                <a:solidFill>
                  <a:srgbClr val="6E59F7"/>
                </a:solidFill>
                <a:latin typeface="Arial"/>
                <a:ea typeface="Arial"/>
                <a:cs typeface="Arial"/>
              </a:defRPr>
            </a:lvl2pPr>
            <a:lvl3pPr>
              <a:defRPr sz="1050" b="1">
                <a:solidFill>
                  <a:srgbClr val="6E59F7"/>
                </a:solidFill>
                <a:latin typeface="Arial"/>
                <a:ea typeface="Arial"/>
                <a:cs typeface="Arial"/>
              </a:defRPr>
            </a:lvl3pPr>
            <a:lvl4pPr>
              <a:defRPr sz="1050" b="1">
                <a:solidFill>
                  <a:srgbClr val="6E59F7"/>
                </a:solidFill>
                <a:latin typeface="Arial"/>
                <a:ea typeface="Arial"/>
                <a:cs typeface="Arial"/>
              </a:defRPr>
            </a:lvl4pPr>
            <a:lvl5pPr>
              <a:defRPr sz="1050" b="1">
                <a:solidFill>
                  <a:srgbClr val="6E59F7"/>
                </a:solidFill>
                <a:latin typeface="Arial"/>
                <a:ea typeface="Arial"/>
                <a:cs typeface="Arial"/>
              </a:defRPr>
            </a:lvl5pPr>
            <a:lvl6pPr>
              <a:defRPr sz="1050" b="1">
                <a:solidFill>
                  <a:srgbClr val="6E59F7"/>
                </a:solidFill>
                <a:latin typeface="Arial"/>
                <a:ea typeface="Arial"/>
                <a:cs typeface="Arial"/>
              </a:defRPr>
            </a:lvl6pPr>
            <a:lvl7pPr>
              <a:defRPr sz="1050" b="1">
                <a:solidFill>
                  <a:srgbClr val="6E59F7"/>
                </a:solidFill>
                <a:latin typeface="Arial"/>
                <a:ea typeface="Arial"/>
                <a:cs typeface="Arial"/>
              </a:defRPr>
            </a:lvl7pPr>
            <a:lvl8pPr>
              <a:defRPr sz="1050" b="1">
                <a:solidFill>
                  <a:srgbClr val="6E59F7"/>
                </a:solidFill>
                <a:latin typeface="Arial"/>
                <a:ea typeface="Arial"/>
                <a:cs typeface="Arial"/>
              </a:defRPr>
            </a:lvl8pPr>
            <a:lvl9pPr>
              <a:defRPr sz="1050" b="1">
                <a:solidFill>
                  <a:srgbClr val="6E59F7"/>
                </a:solidFill>
                <a:latin typeface="Arial"/>
                <a:ea typeface="Arial"/>
                <a:cs typeface="Arial"/>
              </a:defRPr>
            </a:lvl9pPr>
          </a:lstStyle>
          <a:p>
            <a:pPr>
              <a:defRPr sz="1050" b="1">
                <a:solidFill>
                  <a:srgbClr val="6E59F7"/>
                </a:solidFill>
                <a:latin typeface="Arial"/>
                <a:ea typeface="Arial"/>
                <a:cs typeface="Arial"/>
              </a:defRPr>
            </a:pPr>
            <a:r>
              <a:rPr sz="1050" b="1">
                <a:solidFill>
                  <a:srgbClr val="6E59F7"/>
                </a:solidFill>
                <a:latin typeface="Arial"/>
                <a:ea typeface="Arial"/>
                <a:cs typeface="Arial"/>
              </a:rPr>
              <a:t>BI ACADEMY</a:t>
            </a:r>
          </a:p>
        </p:txBody>
      </p:sp>
      <p:sp>
        <p:nvSpPr>
          <p:cNvPr id="26" name="Прямоугольник 25">
            <a:extLst>
              <a:ext uri="{FF2B5EF4-FFF2-40B4-BE49-F238E27FC236}">
                <a16:creationId xmlns:a16="http://schemas.microsoft.com/office/drawing/2014/main" id="{68C26809-B71C-4545-BC96-EA88D62DD061}"/>
              </a:ext>
            </a:extLst>
          </p:cNvPr>
          <p:cNvSpPr>
            <a:spLocks noGrp="1"/>
          </p:cNvSpPr>
          <p:nvPr/>
        </p:nvSpPr>
        <p:spPr>
          <a:xfrm>
            <a:off x="11334750" y="6448425"/>
            <a:ext cx="428625" cy="190500"/>
          </a:xfrm>
          <a:prstGeom prst="rect">
            <a:avLst/>
          </a:prstGeom>
          <a:noFill/>
          <a:ln w="0">
            <a:noFill/>
          </a:ln>
        </p:spPr>
        <p:txBody>
          <a:bodyPr/>
          <a:lstStyle>
            <a:defPPr>
              <a:defRPr sz="975" b="0">
                <a:solidFill>
                  <a:srgbClr val="63708A"/>
                </a:solidFill>
                <a:latin typeface="Arial"/>
                <a:ea typeface="Arial"/>
                <a:cs typeface="Arial"/>
              </a:defRPr>
            </a:defPPr>
            <a:lvl1pPr>
              <a:defRPr sz="975" b="0">
                <a:solidFill>
                  <a:srgbClr val="63708A"/>
                </a:solidFill>
                <a:latin typeface="Arial"/>
                <a:ea typeface="Arial"/>
                <a:cs typeface="Arial"/>
              </a:defRPr>
            </a:lvl1pPr>
            <a:lvl2pPr>
              <a:defRPr sz="975" b="0">
                <a:solidFill>
                  <a:srgbClr val="63708A"/>
                </a:solidFill>
                <a:latin typeface="Arial"/>
                <a:ea typeface="Arial"/>
                <a:cs typeface="Arial"/>
              </a:defRPr>
            </a:lvl2pPr>
            <a:lvl3pPr>
              <a:defRPr sz="975" b="0">
                <a:solidFill>
                  <a:srgbClr val="63708A"/>
                </a:solidFill>
                <a:latin typeface="Arial"/>
                <a:ea typeface="Arial"/>
                <a:cs typeface="Arial"/>
              </a:defRPr>
            </a:lvl3pPr>
            <a:lvl4pPr>
              <a:defRPr sz="975" b="0">
                <a:solidFill>
                  <a:srgbClr val="63708A"/>
                </a:solidFill>
                <a:latin typeface="Arial"/>
                <a:ea typeface="Arial"/>
                <a:cs typeface="Arial"/>
              </a:defRPr>
            </a:lvl4pPr>
            <a:lvl5pPr>
              <a:defRPr sz="975" b="0">
                <a:solidFill>
                  <a:srgbClr val="63708A"/>
                </a:solidFill>
                <a:latin typeface="Arial"/>
                <a:ea typeface="Arial"/>
                <a:cs typeface="Arial"/>
              </a:defRPr>
            </a:lvl5pPr>
            <a:lvl6pPr>
              <a:defRPr sz="975" b="0">
                <a:solidFill>
                  <a:srgbClr val="63708A"/>
                </a:solidFill>
                <a:latin typeface="Arial"/>
                <a:ea typeface="Arial"/>
                <a:cs typeface="Arial"/>
              </a:defRPr>
            </a:lvl6pPr>
            <a:lvl7pPr>
              <a:defRPr sz="975" b="0">
                <a:solidFill>
                  <a:srgbClr val="63708A"/>
                </a:solidFill>
                <a:latin typeface="Arial"/>
                <a:ea typeface="Arial"/>
                <a:cs typeface="Arial"/>
              </a:defRPr>
            </a:lvl7pPr>
            <a:lvl8pPr>
              <a:defRPr sz="975" b="0">
                <a:solidFill>
                  <a:srgbClr val="63708A"/>
                </a:solidFill>
                <a:latin typeface="Arial"/>
                <a:ea typeface="Arial"/>
                <a:cs typeface="Arial"/>
              </a:defRPr>
            </a:lvl8pPr>
            <a:lvl9pPr>
              <a:defRPr sz="975" b="0">
                <a:solidFill>
                  <a:srgbClr val="63708A"/>
                </a:solidFill>
                <a:latin typeface="Arial"/>
                <a:ea typeface="Arial"/>
                <a:cs typeface="Arial"/>
              </a:defRPr>
            </a:lvl9pPr>
          </a:lstStyle>
          <a:p>
            <a:pPr>
              <a:defRPr sz="975" b="0">
                <a:solidFill>
                  <a:srgbClr val="63708A"/>
                </a:solidFill>
                <a:latin typeface="Arial"/>
                <a:ea typeface="Arial"/>
                <a:cs typeface="Arial"/>
              </a:defRPr>
            </a:pPr>
            <a:r>
              <a:rPr sz="975" b="0">
                <a:solidFill>
                  <a:srgbClr val="63708A"/>
                </a:solidFill>
                <a:latin typeface="Arial"/>
                <a:ea typeface="Arial"/>
                <a:cs typeface="Arial"/>
              </a:rPr>
              <a:t>07</a:t>
            </a:r>
          </a:p>
        </p:txBody>
      </p:sp>
      <p:sp>
        <p:nvSpPr>
          <p:cNvPr id="27" name="Прямоугольник 26">
            <a:extLst>
              <a:ext uri="{FF2B5EF4-FFF2-40B4-BE49-F238E27FC236}">
                <a16:creationId xmlns:a16="http://schemas.microsoft.com/office/drawing/2014/main" id="{288CA2E5-1A41-4FF1-9C82-A787DF616ABB}"/>
              </a:ext>
            </a:extLst>
          </p:cNvPr>
          <p:cNvSpPr>
            <a:spLocks noGrp="1"/>
          </p:cNvSpPr>
          <p:nvPr/>
        </p:nvSpPr>
        <p:spPr>
          <a:xfrm>
            <a:off x="571500" y="838200"/>
            <a:ext cx="11049000" cy="714375"/>
          </a:xfrm>
          <a:prstGeom prst="rect">
            <a:avLst/>
          </a:prstGeom>
          <a:noFill/>
          <a:ln w="0">
            <a:noFill/>
          </a:ln>
        </p:spPr>
        <p:txBody>
          <a:bodyPr/>
          <a:lstStyle>
            <a:defPPr>
              <a:defRPr sz="3300" b="1">
                <a:solidFill>
                  <a:srgbClr val="16213A"/>
                </a:solidFill>
                <a:latin typeface="Arial"/>
                <a:ea typeface="Arial"/>
                <a:cs typeface="Arial"/>
              </a:defRPr>
            </a:defPPr>
            <a:lvl1pPr>
              <a:defRPr sz="3300" b="1">
                <a:solidFill>
                  <a:srgbClr val="16213A"/>
                </a:solidFill>
                <a:latin typeface="Arial"/>
                <a:ea typeface="Arial"/>
                <a:cs typeface="Arial"/>
              </a:defRPr>
            </a:lvl1pPr>
            <a:lvl2pPr>
              <a:defRPr sz="3300" b="1">
                <a:solidFill>
                  <a:srgbClr val="16213A"/>
                </a:solidFill>
                <a:latin typeface="Arial"/>
                <a:ea typeface="Arial"/>
                <a:cs typeface="Arial"/>
              </a:defRPr>
            </a:lvl2pPr>
            <a:lvl3pPr>
              <a:defRPr sz="3300" b="1">
                <a:solidFill>
                  <a:srgbClr val="16213A"/>
                </a:solidFill>
                <a:latin typeface="Arial"/>
                <a:ea typeface="Arial"/>
                <a:cs typeface="Arial"/>
              </a:defRPr>
            </a:lvl3pPr>
            <a:lvl4pPr>
              <a:defRPr sz="3300" b="1">
                <a:solidFill>
                  <a:srgbClr val="16213A"/>
                </a:solidFill>
                <a:latin typeface="Arial"/>
                <a:ea typeface="Arial"/>
                <a:cs typeface="Arial"/>
              </a:defRPr>
            </a:lvl4pPr>
            <a:lvl5pPr>
              <a:defRPr sz="3300" b="1">
                <a:solidFill>
                  <a:srgbClr val="16213A"/>
                </a:solidFill>
                <a:latin typeface="Arial"/>
                <a:ea typeface="Arial"/>
                <a:cs typeface="Arial"/>
              </a:defRPr>
            </a:lvl5pPr>
            <a:lvl6pPr>
              <a:defRPr sz="3300" b="1">
                <a:solidFill>
                  <a:srgbClr val="16213A"/>
                </a:solidFill>
                <a:latin typeface="Arial"/>
                <a:ea typeface="Arial"/>
                <a:cs typeface="Arial"/>
              </a:defRPr>
            </a:lvl6pPr>
            <a:lvl7pPr>
              <a:defRPr sz="3300" b="1">
                <a:solidFill>
                  <a:srgbClr val="16213A"/>
                </a:solidFill>
                <a:latin typeface="Arial"/>
                <a:ea typeface="Arial"/>
                <a:cs typeface="Arial"/>
              </a:defRPr>
            </a:lvl7pPr>
            <a:lvl8pPr>
              <a:defRPr sz="3300" b="1">
                <a:solidFill>
                  <a:srgbClr val="16213A"/>
                </a:solidFill>
                <a:latin typeface="Arial"/>
                <a:ea typeface="Arial"/>
                <a:cs typeface="Arial"/>
              </a:defRPr>
            </a:lvl8pPr>
            <a:lvl9pPr>
              <a:defRPr sz="3300" b="1">
                <a:solidFill>
                  <a:srgbClr val="16213A"/>
                </a:solidFill>
                <a:latin typeface="Arial"/>
                <a:ea typeface="Arial"/>
                <a:cs typeface="Arial"/>
              </a:defRPr>
            </a:lvl9pPr>
          </a:lstStyle>
          <a:p>
            <a:pPr>
              <a:defRPr sz="3300" b="1">
                <a:solidFill>
                  <a:srgbClr val="16213A"/>
                </a:solidFill>
                <a:latin typeface="Arial"/>
                <a:ea typeface="Arial"/>
                <a:cs typeface="Arial"/>
              </a:defRPr>
            </a:pPr>
            <a:r>
              <a:rPr sz="3300" b="1">
                <a:solidFill>
                  <a:srgbClr val="16213A"/>
                </a:solidFill>
                <a:latin typeface="Arial"/>
                <a:ea typeface="Arial"/>
                <a:cs typeface="Arial"/>
              </a:rPr>
              <a:t>«Постучу по бетону и посмотрю»</a:t>
            </a:r>
          </a:p>
        </p:txBody>
      </p:sp>
      <p:sp>
        <p:nvSpPr>
          <p:cNvPr id="28" name="Прямоугольник 27">
            <a:extLst>
              <a:ext uri="{FF2B5EF4-FFF2-40B4-BE49-F238E27FC236}">
                <a16:creationId xmlns:a16="http://schemas.microsoft.com/office/drawing/2014/main" id="{D1A85EF3-7249-4A77-81C1-010ABEDC3034}"/>
              </a:ext>
            </a:extLst>
          </p:cNvPr>
          <p:cNvSpPr>
            <a:spLocks noGrp="1"/>
          </p:cNvSpPr>
          <p:nvPr/>
        </p:nvSpPr>
        <p:spPr>
          <a:xfrm>
            <a:off x="571500" y="1666875"/>
            <a:ext cx="11049000" cy="571500"/>
          </a:xfrm>
          <a:prstGeom prst="rect">
            <a:avLst/>
          </a:prstGeom>
          <a:noFill/>
          <a:ln w="0">
            <a:noFill/>
          </a:ln>
        </p:spPr>
        <p:txBody>
          <a:bodyPr/>
          <a:lstStyle>
            <a:defPPr>
              <a:defRPr sz="1800" b="0">
                <a:solidFill>
                  <a:srgbClr val="63708A"/>
                </a:solidFill>
                <a:latin typeface="Arial"/>
                <a:ea typeface="Arial"/>
                <a:cs typeface="Arial"/>
              </a:defRPr>
            </a:defPPr>
            <a:lvl1pPr>
              <a:defRPr sz="1800" b="0">
                <a:solidFill>
                  <a:srgbClr val="63708A"/>
                </a:solidFill>
                <a:latin typeface="Arial"/>
                <a:ea typeface="Arial"/>
                <a:cs typeface="Arial"/>
              </a:defRPr>
            </a:lvl1pPr>
            <a:lvl2pPr>
              <a:defRPr sz="1800" b="0">
                <a:solidFill>
                  <a:srgbClr val="63708A"/>
                </a:solidFill>
                <a:latin typeface="Arial"/>
                <a:ea typeface="Arial"/>
                <a:cs typeface="Arial"/>
              </a:defRPr>
            </a:lvl2pPr>
            <a:lvl3pPr>
              <a:defRPr sz="1800" b="0">
                <a:solidFill>
                  <a:srgbClr val="63708A"/>
                </a:solidFill>
                <a:latin typeface="Arial"/>
                <a:ea typeface="Arial"/>
                <a:cs typeface="Arial"/>
              </a:defRPr>
            </a:lvl3pPr>
            <a:lvl4pPr>
              <a:defRPr sz="1800" b="0">
                <a:solidFill>
                  <a:srgbClr val="63708A"/>
                </a:solidFill>
                <a:latin typeface="Arial"/>
                <a:ea typeface="Arial"/>
                <a:cs typeface="Arial"/>
              </a:defRPr>
            </a:lvl4pPr>
            <a:lvl5pPr>
              <a:defRPr sz="1800" b="0">
                <a:solidFill>
                  <a:srgbClr val="63708A"/>
                </a:solidFill>
                <a:latin typeface="Arial"/>
                <a:ea typeface="Arial"/>
                <a:cs typeface="Arial"/>
              </a:defRPr>
            </a:lvl5pPr>
            <a:lvl6pPr>
              <a:defRPr sz="1800" b="0">
                <a:solidFill>
                  <a:srgbClr val="63708A"/>
                </a:solidFill>
                <a:latin typeface="Arial"/>
                <a:ea typeface="Arial"/>
                <a:cs typeface="Arial"/>
              </a:defRPr>
            </a:lvl6pPr>
            <a:lvl7pPr>
              <a:defRPr sz="1800" b="0">
                <a:solidFill>
                  <a:srgbClr val="63708A"/>
                </a:solidFill>
                <a:latin typeface="Arial"/>
                <a:ea typeface="Arial"/>
                <a:cs typeface="Arial"/>
              </a:defRPr>
            </a:lvl7pPr>
            <a:lvl8pPr>
              <a:defRPr sz="1800" b="0">
                <a:solidFill>
                  <a:srgbClr val="63708A"/>
                </a:solidFill>
                <a:latin typeface="Arial"/>
                <a:ea typeface="Arial"/>
                <a:cs typeface="Arial"/>
              </a:defRPr>
            </a:lvl8pPr>
            <a:lvl9pPr>
              <a:defRPr sz="1800" b="0">
                <a:solidFill>
                  <a:srgbClr val="63708A"/>
                </a:solidFill>
                <a:latin typeface="Arial"/>
                <a:ea typeface="Arial"/>
                <a:cs typeface="Arial"/>
              </a:defRPr>
            </a:lvl9pPr>
          </a:lstStyle>
          <a:p>
            <a:pPr>
              <a:defRPr sz="1800" b="0">
                <a:solidFill>
                  <a:srgbClr val="63708A"/>
                </a:solidFill>
                <a:latin typeface="Arial"/>
                <a:ea typeface="Arial"/>
                <a:cs typeface="Arial"/>
              </a:defRPr>
            </a:pPr>
            <a:r>
              <a:rPr sz="1800" b="0">
                <a:solidFill>
                  <a:srgbClr val="63708A"/>
                </a:solidFill>
                <a:latin typeface="Arial"/>
                <a:ea typeface="Arial"/>
                <a:cs typeface="Arial"/>
              </a:rPr>
              <a:t>Бетон: «Я ваших планов не читал»</a:t>
            </a:r>
          </a:p>
        </p:txBody>
      </p:sp>
      <p:pic>
        <p:nvPicPr>
          <p:cNvPr id="29" name="Рисунок 28">
            <a:extLst>
              <a:ext uri="{FF2B5EF4-FFF2-40B4-BE49-F238E27FC236}">
                <a16:creationId xmlns:a16="http://schemas.microsoft.com/office/drawing/2014/main" id="{A16ED7F9-DF79-4E8E-BC99-30E97F9A2866}"/>
              </a:ext>
            </a:extLst>
          </p:cNvPr>
          <p:cNvPicPr>
            <a:picLocks noChangeAspect="1"/>
          </p:cNvPicPr>
          <p:nvPr/>
        </p:nvPicPr>
        <p:blipFill>
          <a:blip r:embed="rId3"/>
          <a:stretch/>
        </p:blipFill>
        <p:spPr>
          <a:xfrm>
            <a:off x="571500" y="2381250"/>
            <a:ext cx="11049000" cy="2067849"/>
          </a:xfrm>
          <a:prstGeom prst="rect">
            <a:avLst/>
          </a:prstGeom>
        </p:spPr>
      </p:pic>
      <p:pic>
        <p:nvPicPr>
          <p:cNvPr id="30" name="Рисунок 29">
            <a:extLst>
              <a:ext uri="{FF2B5EF4-FFF2-40B4-BE49-F238E27FC236}">
                <a16:creationId xmlns:a16="http://schemas.microsoft.com/office/drawing/2014/main" id="{8E593F76-B115-4E49-883F-66EA8C8CBE0C}"/>
              </a:ext>
            </a:extLst>
          </p:cNvPr>
          <p:cNvPicPr>
            <a:picLocks noChangeAspect="1"/>
          </p:cNvPicPr>
          <p:nvPr/>
        </p:nvPicPr>
        <p:blipFill>
          <a:blip r:embed="rId4"/>
          <a:stretch/>
        </p:blipFill>
        <p:spPr>
          <a:xfrm>
            <a:off x="571500" y="4714875"/>
            <a:ext cx="10534211" cy="1000125"/>
          </a:xfrm>
          <a:prstGeom prst="rect">
            <a:avLst/>
          </a:prstGeom>
        </p:spPr>
      </p:pic>
      <p:sp>
        <p:nvSpPr>
          <p:cNvPr id="31" name="Прямоугольник 30">
            <a:extLst>
              <a:ext uri="{FF2B5EF4-FFF2-40B4-BE49-F238E27FC236}">
                <a16:creationId xmlns:a16="http://schemas.microsoft.com/office/drawing/2014/main" id="{19172BF0-30EC-48B8-BAFD-D123F4462895}"/>
              </a:ext>
            </a:extLst>
          </p:cNvPr>
          <p:cNvSpPr>
            <a:spLocks noGrp="1"/>
          </p:cNvSpPr>
          <p:nvPr/>
        </p:nvSpPr>
        <p:spPr>
          <a:xfrm>
            <a:off x="571500" y="5953125"/>
            <a:ext cx="11049000" cy="333375"/>
          </a:xfrm>
          <a:prstGeom prst="rect">
            <a:avLst/>
          </a:prstGeom>
          <a:noFill/>
          <a:ln w="0">
            <a:noFill/>
          </a:ln>
        </p:spPr>
        <p:txBody>
          <a:bodyPr/>
          <a:lstStyle>
            <a:defPPr>
              <a:defRPr sz="1275" b="0">
                <a:solidFill>
                  <a:srgbClr val="63708A"/>
                </a:solidFill>
                <a:latin typeface="Arial"/>
                <a:ea typeface="Arial"/>
                <a:cs typeface="Arial"/>
              </a:defRPr>
            </a:defPPr>
            <a:lvl1pPr>
              <a:defRPr sz="1275" b="0">
                <a:solidFill>
                  <a:srgbClr val="63708A"/>
                </a:solidFill>
                <a:latin typeface="Arial"/>
                <a:ea typeface="Arial"/>
                <a:cs typeface="Arial"/>
              </a:defRPr>
            </a:lvl1pPr>
            <a:lvl2pPr>
              <a:defRPr sz="1275" b="0">
                <a:solidFill>
                  <a:srgbClr val="63708A"/>
                </a:solidFill>
                <a:latin typeface="Arial"/>
                <a:ea typeface="Arial"/>
                <a:cs typeface="Arial"/>
              </a:defRPr>
            </a:lvl2pPr>
            <a:lvl3pPr>
              <a:defRPr sz="1275" b="0">
                <a:solidFill>
                  <a:srgbClr val="63708A"/>
                </a:solidFill>
                <a:latin typeface="Arial"/>
                <a:ea typeface="Arial"/>
                <a:cs typeface="Arial"/>
              </a:defRPr>
            </a:lvl3pPr>
            <a:lvl4pPr>
              <a:defRPr sz="1275" b="0">
                <a:solidFill>
                  <a:srgbClr val="63708A"/>
                </a:solidFill>
                <a:latin typeface="Arial"/>
                <a:ea typeface="Arial"/>
                <a:cs typeface="Arial"/>
              </a:defRPr>
            </a:lvl4pPr>
            <a:lvl5pPr>
              <a:defRPr sz="1275" b="0">
                <a:solidFill>
                  <a:srgbClr val="63708A"/>
                </a:solidFill>
                <a:latin typeface="Arial"/>
                <a:ea typeface="Arial"/>
                <a:cs typeface="Arial"/>
              </a:defRPr>
            </a:lvl5pPr>
            <a:lvl6pPr>
              <a:defRPr sz="1275" b="0">
                <a:solidFill>
                  <a:srgbClr val="63708A"/>
                </a:solidFill>
                <a:latin typeface="Arial"/>
                <a:ea typeface="Arial"/>
                <a:cs typeface="Arial"/>
              </a:defRPr>
            </a:lvl6pPr>
            <a:lvl7pPr>
              <a:defRPr sz="1275" b="0">
                <a:solidFill>
                  <a:srgbClr val="63708A"/>
                </a:solidFill>
                <a:latin typeface="Arial"/>
                <a:ea typeface="Arial"/>
                <a:cs typeface="Arial"/>
              </a:defRPr>
            </a:lvl7pPr>
            <a:lvl8pPr>
              <a:defRPr sz="1275" b="0">
                <a:solidFill>
                  <a:srgbClr val="63708A"/>
                </a:solidFill>
                <a:latin typeface="Arial"/>
                <a:ea typeface="Arial"/>
                <a:cs typeface="Arial"/>
              </a:defRPr>
            </a:lvl8pPr>
            <a:lvl9pPr>
              <a:defRPr sz="1275" b="0">
                <a:solidFill>
                  <a:srgbClr val="63708A"/>
                </a:solidFill>
                <a:latin typeface="Arial"/>
                <a:ea typeface="Arial"/>
                <a:cs typeface="Arial"/>
              </a:defRPr>
            </a:lvl9pPr>
          </a:lstStyle>
          <a:p>
            <a:pPr>
              <a:defRPr sz="1275" b="0">
                <a:solidFill>
                  <a:srgbClr val="63708A"/>
                </a:solidFill>
                <a:latin typeface="Arial"/>
                <a:ea typeface="Arial"/>
                <a:cs typeface="Arial"/>
              </a:defRPr>
            </a:pPr>
            <a:r>
              <a:rPr sz="1275" b="0">
                <a:solidFill>
                  <a:srgbClr val="63708A"/>
                </a:solidFill>
                <a:latin typeface="Arial"/>
                <a:ea typeface="Arial"/>
                <a:cs typeface="Arial"/>
              </a:rPr>
              <a:t>Результат B1: система нашла опасное решение и ограничила оценки профессиональных навыков до 25%.</a:t>
            </a:r>
          </a:p>
        </p:txBody>
      </p:sp>
    </p:spTree>
    <p:extLst>
      <p:ext uri="{BB962C8B-B14F-4D97-AF65-F5344CB8AC3E}">
        <p14:creationId xmlns:p14="http://schemas.microsoft.com/office/powerpoint/2010/main" val="753133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3" name="box">
            <a:extLst>
              <a:ext uri="{FF2B5EF4-FFF2-40B4-BE49-F238E27FC236}">
                <a16:creationId xmlns:a16="http://schemas.microsoft.com/office/drawing/2014/main" id="{1DC74981-5BF1-43AA-A026-27546280C14A}"/>
              </a:ext>
            </a:extLst>
          </p:cNvPr>
          <p:cNvSpPr>
            <a:spLocks noGrp="1"/>
          </p:cNvSpPr>
          <p:nvPr/>
        </p:nvSpPr>
        <p:spPr>
          <a:xfrm>
            <a:off x="0" y="0"/>
            <a:ext cx="95250" cy="6858000"/>
          </a:xfrm>
          <a:prstGeom prst="rect">
            <a:avLst/>
          </a:prstGeom>
          <a:solidFill>
            <a:srgbClr val="6E59F7"/>
          </a:solidFill>
          <a:ln w="0">
            <a:noFill/>
            <a:prstDash val="solid"/>
          </a:ln>
        </p:spPr>
        <p:txBody>
          <a:bodyPr/>
          <a:lstStyle/>
          <a:p>
            <a:endParaRPr/>
          </a:p>
        </p:txBody>
      </p:sp>
      <p:sp>
        <p:nvSpPr>
          <p:cNvPr id="4" name="Прямая соединительная линия 3">
            <a:extLst>
              <a:ext uri="{FF2B5EF4-FFF2-40B4-BE49-F238E27FC236}">
                <a16:creationId xmlns:a16="http://schemas.microsoft.com/office/drawing/2014/main" id="{BE51A888-C6BC-4981-9BCE-FAEF809426D2}"/>
              </a:ext>
            </a:extLst>
          </p:cNvPr>
          <p:cNvSpPr>
            <a:spLocks noGrp="1"/>
          </p:cNvSpPr>
          <p:nvPr/>
        </p:nvSpPr>
        <p:spPr>
          <a:xfrm>
            <a:off x="476250" y="6334125"/>
            <a:ext cx="11239500" cy="0"/>
          </a:xfrm>
          <a:prstGeom prst="line">
            <a:avLst/>
          </a:prstGeom>
          <a:noFill/>
          <a:ln w="9525">
            <a:solidFill>
              <a:srgbClr val="465071"/>
            </a:solidFill>
            <a:prstDash val="solid"/>
          </a:ln>
        </p:spPr>
        <p:txBody>
          <a:bodyPr/>
          <a:lstStyle/>
          <a:p>
            <a:endParaRPr/>
          </a:p>
        </p:txBody>
      </p:sp>
      <p:sp>
        <p:nvSpPr>
          <p:cNvPr id="24" name="Прямоугольник 23">
            <a:extLst>
              <a:ext uri="{FF2B5EF4-FFF2-40B4-BE49-F238E27FC236}">
                <a16:creationId xmlns:a16="http://schemas.microsoft.com/office/drawing/2014/main" id="{E8341A48-31B3-4F48-9F7A-8FAB334C92D5}"/>
              </a:ext>
            </a:extLst>
          </p:cNvPr>
          <p:cNvSpPr>
            <a:spLocks noGrp="1"/>
          </p:cNvSpPr>
          <p:nvPr/>
        </p:nvSpPr>
        <p:spPr>
          <a:xfrm>
            <a:off x="476250" y="285750"/>
            <a:ext cx="6667500" cy="238125"/>
          </a:xfrm>
          <a:prstGeom prst="rect">
            <a:avLst/>
          </a:prstGeom>
          <a:noFill/>
          <a:ln w="0">
            <a:noFill/>
          </a:ln>
        </p:spPr>
        <p:txBody>
          <a:bodyPr/>
          <a:lstStyle>
            <a:defPPr>
              <a:defRPr sz="1050" b="1">
                <a:solidFill>
                  <a:srgbClr val="39C9D7"/>
                </a:solidFill>
                <a:latin typeface="Arial"/>
                <a:ea typeface="Arial"/>
                <a:cs typeface="Arial"/>
              </a:defRPr>
            </a:defPPr>
            <a:lvl1pPr>
              <a:defRPr sz="1050" b="1">
                <a:solidFill>
                  <a:srgbClr val="39C9D7"/>
                </a:solidFill>
                <a:latin typeface="Arial"/>
                <a:ea typeface="Arial"/>
                <a:cs typeface="Arial"/>
              </a:defRPr>
            </a:lvl1pPr>
            <a:lvl2pPr>
              <a:defRPr sz="1050" b="1">
                <a:solidFill>
                  <a:srgbClr val="39C9D7"/>
                </a:solidFill>
                <a:latin typeface="Arial"/>
                <a:ea typeface="Arial"/>
                <a:cs typeface="Arial"/>
              </a:defRPr>
            </a:lvl2pPr>
            <a:lvl3pPr>
              <a:defRPr sz="1050" b="1">
                <a:solidFill>
                  <a:srgbClr val="39C9D7"/>
                </a:solidFill>
                <a:latin typeface="Arial"/>
                <a:ea typeface="Arial"/>
                <a:cs typeface="Arial"/>
              </a:defRPr>
            </a:lvl3pPr>
            <a:lvl4pPr>
              <a:defRPr sz="1050" b="1">
                <a:solidFill>
                  <a:srgbClr val="39C9D7"/>
                </a:solidFill>
                <a:latin typeface="Arial"/>
                <a:ea typeface="Arial"/>
                <a:cs typeface="Arial"/>
              </a:defRPr>
            </a:lvl4pPr>
            <a:lvl5pPr>
              <a:defRPr sz="1050" b="1">
                <a:solidFill>
                  <a:srgbClr val="39C9D7"/>
                </a:solidFill>
                <a:latin typeface="Arial"/>
                <a:ea typeface="Arial"/>
                <a:cs typeface="Arial"/>
              </a:defRPr>
            </a:lvl5pPr>
            <a:lvl6pPr>
              <a:defRPr sz="1050" b="1">
                <a:solidFill>
                  <a:srgbClr val="39C9D7"/>
                </a:solidFill>
                <a:latin typeface="Arial"/>
                <a:ea typeface="Arial"/>
                <a:cs typeface="Arial"/>
              </a:defRPr>
            </a:lvl6pPr>
            <a:lvl7pPr>
              <a:defRPr sz="1050" b="1">
                <a:solidFill>
                  <a:srgbClr val="39C9D7"/>
                </a:solidFill>
                <a:latin typeface="Arial"/>
                <a:ea typeface="Arial"/>
                <a:cs typeface="Arial"/>
              </a:defRPr>
            </a:lvl7pPr>
            <a:lvl8pPr>
              <a:defRPr sz="1050" b="1">
                <a:solidFill>
                  <a:srgbClr val="39C9D7"/>
                </a:solidFill>
                <a:latin typeface="Arial"/>
                <a:ea typeface="Arial"/>
                <a:cs typeface="Arial"/>
              </a:defRPr>
            </a:lvl8pPr>
            <a:lvl9pPr>
              <a:defRPr sz="1050" b="1">
                <a:solidFill>
                  <a:srgbClr val="39C9D7"/>
                </a:solidFill>
                <a:latin typeface="Arial"/>
                <a:ea typeface="Arial"/>
                <a:cs typeface="Arial"/>
              </a:defRPr>
            </a:lvl9pPr>
          </a:lstStyle>
          <a:p>
            <a:pPr>
              <a:defRPr sz="1050" b="1">
                <a:solidFill>
                  <a:srgbClr val="39C9D7"/>
                </a:solidFill>
                <a:latin typeface="Arial"/>
                <a:ea typeface="Arial"/>
                <a:cs typeface="Arial"/>
              </a:defRPr>
            </a:pPr>
            <a:r>
              <a:rPr sz="1050" b="1">
                <a:solidFill>
                  <a:srgbClr val="39C9D7"/>
                </a:solidFill>
                <a:latin typeface="Arial"/>
                <a:ea typeface="Arial"/>
                <a:cs typeface="Arial"/>
              </a:rPr>
              <a:t>BI ACADEMY</a:t>
            </a:r>
          </a:p>
        </p:txBody>
      </p:sp>
      <p:sp>
        <p:nvSpPr>
          <p:cNvPr id="25" name="Прямоугольник 24">
            <a:extLst>
              <a:ext uri="{FF2B5EF4-FFF2-40B4-BE49-F238E27FC236}">
                <a16:creationId xmlns:a16="http://schemas.microsoft.com/office/drawing/2014/main" id="{977C2CFD-9167-420D-8685-B0F8C4165A72}"/>
              </a:ext>
            </a:extLst>
          </p:cNvPr>
          <p:cNvSpPr>
            <a:spLocks noGrp="1"/>
          </p:cNvSpPr>
          <p:nvPr/>
        </p:nvSpPr>
        <p:spPr>
          <a:xfrm>
            <a:off x="11334750" y="6448425"/>
            <a:ext cx="428625" cy="190500"/>
          </a:xfrm>
          <a:prstGeom prst="rect">
            <a:avLst/>
          </a:prstGeom>
          <a:noFill/>
          <a:ln w="0">
            <a:noFill/>
          </a:ln>
        </p:spPr>
        <p:txBody>
          <a:bodyPr/>
          <a:lstStyle>
            <a:defPPr>
              <a:defRPr sz="975" b="0">
                <a:solidFill>
                  <a:srgbClr val="AEB8D4"/>
                </a:solidFill>
                <a:latin typeface="Arial"/>
                <a:ea typeface="Arial"/>
                <a:cs typeface="Arial"/>
              </a:defRPr>
            </a:defPPr>
            <a:lvl1pPr>
              <a:defRPr sz="975" b="0">
                <a:solidFill>
                  <a:srgbClr val="AEB8D4"/>
                </a:solidFill>
                <a:latin typeface="Arial"/>
                <a:ea typeface="Arial"/>
                <a:cs typeface="Arial"/>
              </a:defRPr>
            </a:lvl1pPr>
            <a:lvl2pPr>
              <a:defRPr sz="975" b="0">
                <a:solidFill>
                  <a:srgbClr val="AEB8D4"/>
                </a:solidFill>
                <a:latin typeface="Arial"/>
                <a:ea typeface="Arial"/>
                <a:cs typeface="Arial"/>
              </a:defRPr>
            </a:lvl2pPr>
            <a:lvl3pPr>
              <a:defRPr sz="975" b="0">
                <a:solidFill>
                  <a:srgbClr val="AEB8D4"/>
                </a:solidFill>
                <a:latin typeface="Arial"/>
                <a:ea typeface="Arial"/>
                <a:cs typeface="Arial"/>
              </a:defRPr>
            </a:lvl3pPr>
            <a:lvl4pPr>
              <a:defRPr sz="975" b="0">
                <a:solidFill>
                  <a:srgbClr val="AEB8D4"/>
                </a:solidFill>
                <a:latin typeface="Arial"/>
                <a:ea typeface="Arial"/>
                <a:cs typeface="Arial"/>
              </a:defRPr>
            </a:lvl4pPr>
            <a:lvl5pPr>
              <a:defRPr sz="975" b="0">
                <a:solidFill>
                  <a:srgbClr val="AEB8D4"/>
                </a:solidFill>
                <a:latin typeface="Arial"/>
                <a:ea typeface="Arial"/>
                <a:cs typeface="Arial"/>
              </a:defRPr>
            </a:lvl5pPr>
            <a:lvl6pPr>
              <a:defRPr sz="975" b="0">
                <a:solidFill>
                  <a:srgbClr val="AEB8D4"/>
                </a:solidFill>
                <a:latin typeface="Arial"/>
                <a:ea typeface="Arial"/>
                <a:cs typeface="Arial"/>
              </a:defRPr>
            </a:lvl6pPr>
            <a:lvl7pPr>
              <a:defRPr sz="975" b="0">
                <a:solidFill>
                  <a:srgbClr val="AEB8D4"/>
                </a:solidFill>
                <a:latin typeface="Arial"/>
                <a:ea typeface="Arial"/>
                <a:cs typeface="Arial"/>
              </a:defRPr>
            </a:lvl7pPr>
            <a:lvl8pPr>
              <a:defRPr sz="975" b="0">
                <a:solidFill>
                  <a:srgbClr val="AEB8D4"/>
                </a:solidFill>
                <a:latin typeface="Arial"/>
                <a:ea typeface="Arial"/>
                <a:cs typeface="Arial"/>
              </a:defRPr>
            </a:lvl8pPr>
            <a:lvl9pPr>
              <a:defRPr sz="975" b="0">
                <a:solidFill>
                  <a:srgbClr val="AEB8D4"/>
                </a:solidFill>
                <a:latin typeface="Arial"/>
                <a:ea typeface="Arial"/>
                <a:cs typeface="Arial"/>
              </a:defRPr>
            </a:lvl9pPr>
          </a:lstStyle>
          <a:p>
            <a:pPr>
              <a:defRPr sz="975" b="0">
                <a:solidFill>
                  <a:srgbClr val="AEB8D4"/>
                </a:solidFill>
                <a:latin typeface="Arial"/>
                <a:ea typeface="Arial"/>
                <a:cs typeface="Arial"/>
              </a:defRPr>
            </a:pPr>
            <a:r>
              <a:rPr sz="975" b="0">
                <a:solidFill>
                  <a:srgbClr val="AEB8D4"/>
                </a:solidFill>
                <a:latin typeface="Arial"/>
                <a:ea typeface="Arial"/>
                <a:cs typeface="Arial"/>
              </a:rPr>
              <a:t>08</a:t>
            </a:r>
          </a:p>
        </p:txBody>
      </p:sp>
      <p:sp>
        <p:nvSpPr>
          <p:cNvPr id="26" name="Прямоугольник 25">
            <a:extLst>
              <a:ext uri="{FF2B5EF4-FFF2-40B4-BE49-F238E27FC236}">
                <a16:creationId xmlns:a16="http://schemas.microsoft.com/office/drawing/2014/main" id="{9A9C579D-0CDE-44FC-A953-5F496AEBCF4C}"/>
              </a:ext>
            </a:extLst>
          </p:cNvPr>
          <p:cNvSpPr>
            <a:spLocks noGrp="1"/>
          </p:cNvSpPr>
          <p:nvPr/>
        </p:nvSpPr>
        <p:spPr>
          <a:xfrm>
            <a:off x="571500" y="857250"/>
            <a:ext cx="11049000" cy="762000"/>
          </a:xfrm>
          <a:prstGeom prst="rect">
            <a:avLst/>
          </a:prstGeom>
          <a:noFill/>
          <a:ln w="0">
            <a:noFill/>
          </a:ln>
        </p:spPr>
        <p:txBody>
          <a:bodyPr/>
          <a:lstStyle>
            <a:defPPr>
              <a:defRPr sz="4350" b="1">
                <a:solidFill>
                  <a:srgbClr val="FFFFFF"/>
                </a:solidFill>
                <a:latin typeface="Arial"/>
                <a:ea typeface="Arial"/>
                <a:cs typeface="Arial"/>
              </a:defRPr>
            </a:defPPr>
            <a:lvl1pPr>
              <a:defRPr sz="4350" b="1">
                <a:solidFill>
                  <a:srgbClr val="FFFFFF"/>
                </a:solidFill>
                <a:latin typeface="Arial"/>
                <a:ea typeface="Arial"/>
                <a:cs typeface="Arial"/>
              </a:defRPr>
            </a:lvl1pPr>
            <a:lvl2pPr>
              <a:defRPr sz="4350" b="1">
                <a:solidFill>
                  <a:srgbClr val="FFFFFF"/>
                </a:solidFill>
                <a:latin typeface="Arial"/>
                <a:ea typeface="Arial"/>
                <a:cs typeface="Arial"/>
              </a:defRPr>
            </a:lvl2pPr>
            <a:lvl3pPr>
              <a:defRPr sz="4350" b="1">
                <a:solidFill>
                  <a:srgbClr val="FFFFFF"/>
                </a:solidFill>
                <a:latin typeface="Arial"/>
                <a:ea typeface="Arial"/>
                <a:cs typeface="Arial"/>
              </a:defRPr>
            </a:lvl3pPr>
            <a:lvl4pPr>
              <a:defRPr sz="4350" b="1">
                <a:solidFill>
                  <a:srgbClr val="FFFFFF"/>
                </a:solidFill>
                <a:latin typeface="Arial"/>
                <a:ea typeface="Arial"/>
                <a:cs typeface="Arial"/>
              </a:defRPr>
            </a:lvl4pPr>
            <a:lvl5pPr>
              <a:defRPr sz="4350" b="1">
                <a:solidFill>
                  <a:srgbClr val="FFFFFF"/>
                </a:solidFill>
                <a:latin typeface="Arial"/>
                <a:ea typeface="Arial"/>
                <a:cs typeface="Arial"/>
              </a:defRPr>
            </a:lvl5pPr>
            <a:lvl6pPr>
              <a:defRPr sz="4350" b="1">
                <a:solidFill>
                  <a:srgbClr val="FFFFFF"/>
                </a:solidFill>
                <a:latin typeface="Arial"/>
                <a:ea typeface="Arial"/>
                <a:cs typeface="Arial"/>
              </a:defRPr>
            </a:lvl6pPr>
            <a:lvl7pPr>
              <a:defRPr sz="4350" b="1">
                <a:solidFill>
                  <a:srgbClr val="FFFFFF"/>
                </a:solidFill>
                <a:latin typeface="Arial"/>
                <a:ea typeface="Arial"/>
                <a:cs typeface="Arial"/>
              </a:defRPr>
            </a:lvl7pPr>
            <a:lvl8pPr>
              <a:defRPr sz="4350" b="1">
                <a:solidFill>
                  <a:srgbClr val="FFFFFF"/>
                </a:solidFill>
                <a:latin typeface="Arial"/>
                <a:ea typeface="Arial"/>
                <a:cs typeface="Arial"/>
              </a:defRPr>
            </a:lvl8pPr>
            <a:lvl9pPr>
              <a:defRPr sz="4350" b="1">
                <a:solidFill>
                  <a:srgbClr val="FFFFFF"/>
                </a:solidFill>
                <a:latin typeface="Arial"/>
                <a:ea typeface="Arial"/>
                <a:cs typeface="Arial"/>
              </a:defRPr>
            </a:lvl9pPr>
          </a:lstStyle>
          <a:p>
            <a:pPr>
              <a:defRPr sz="4350" b="1">
                <a:solidFill>
                  <a:srgbClr val="FFFFFF"/>
                </a:solidFill>
                <a:latin typeface="Arial"/>
                <a:ea typeface="Arial"/>
                <a:cs typeface="Arial"/>
              </a:defRPr>
            </a:pPr>
            <a:r>
              <a:rPr sz="4350" b="1">
                <a:solidFill>
                  <a:srgbClr val="FFFFFF"/>
                </a:solidFill>
                <a:latin typeface="Arial"/>
                <a:ea typeface="Arial"/>
                <a:cs typeface="Arial"/>
              </a:rPr>
              <a:t>7,5 ₸ за прохождение</a:t>
            </a:r>
          </a:p>
        </p:txBody>
      </p:sp>
      <p:sp>
        <p:nvSpPr>
          <p:cNvPr id="27" name="Прямоугольник 26">
            <a:extLst>
              <a:ext uri="{FF2B5EF4-FFF2-40B4-BE49-F238E27FC236}">
                <a16:creationId xmlns:a16="http://schemas.microsoft.com/office/drawing/2014/main" id="{2B9C661C-AD82-483C-A6CD-3F4A4B55E6F8}"/>
              </a:ext>
            </a:extLst>
          </p:cNvPr>
          <p:cNvSpPr>
            <a:spLocks noGrp="1"/>
          </p:cNvSpPr>
          <p:nvPr/>
        </p:nvSpPr>
        <p:spPr>
          <a:xfrm>
            <a:off x="571500" y="1762125"/>
            <a:ext cx="11049000" cy="476250"/>
          </a:xfrm>
          <a:prstGeom prst="rect">
            <a:avLst/>
          </a:prstGeom>
          <a:noFill/>
          <a:ln w="0">
            <a:noFill/>
          </a:ln>
        </p:spPr>
        <p:txBody>
          <a:bodyPr/>
          <a:lstStyle>
            <a:defPPr>
              <a:defRPr sz="2025" b="0">
                <a:solidFill>
                  <a:srgbClr val="DBE0F0"/>
                </a:solidFill>
                <a:latin typeface="Arial"/>
                <a:ea typeface="Arial"/>
                <a:cs typeface="Arial"/>
              </a:defRPr>
            </a:defPPr>
            <a:lvl1pPr>
              <a:defRPr sz="2025" b="0">
                <a:solidFill>
                  <a:srgbClr val="DBE0F0"/>
                </a:solidFill>
                <a:latin typeface="Arial"/>
                <a:ea typeface="Arial"/>
                <a:cs typeface="Arial"/>
              </a:defRPr>
            </a:lvl1pPr>
            <a:lvl2pPr>
              <a:defRPr sz="2025" b="0">
                <a:solidFill>
                  <a:srgbClr val="DBE0F0"/>
                </a:solidFill>
                <a:latin typeface="Arial"/>
                <a:ea typeface="Arial"/>
                <a:cs typeface="Arial"/>
              </a:defRPr>
            </a:lvl2pPr>
            <a:lvl3pPr>
              <a:defRPr sz="2025" b="0">
                <a:solidFill>
                  <a:srgbClr val="DBE0F0"/>
                </a:solidFill>
                <a:latin typeface="Arial"/>
                <a:ea typeface="Arial"/>
                <a:cs typeface="Arial"/>
              </a:defRPr>
            </a:lvl3pPr>
            <a:lvl4pPr>
              <a:defRPr sz="2025" b="0">
                <a:solidFill>
                  <a:srgbClr val="DBE0F0"/>
                </a:solidFill>
                <a:latin typeface="Arial"/>
                <a:ea typeface="Arial"/>
                <a:cs typeface="Arial"/>
              </a:defRPr>
            </a:lvl4pPr>
            <a:lvl5pPr>
              <a:defRPr sz="2025" b="0">
                <a:solidFill>
                  <a:srgbClr val="DBE0F0"/>
                </a:solidFill>
                <a:latin typeface="Arial"/>
                <a:ea typeface="Arial"/>
                <a:cs typeface="Arial"/>
              </a:defRPr>
            </a:lvl5pPr>
            <a:lvl6pPr>
              <a:defRPr sz="2025" b="0">
                <a:solidFill>
                  <a:srgbClr val="DBE0F0"/>
                </a:solidFill>
                <a:latin typeface="Arial"/>
                <a:ea typeface="Arial"/>
                <a:cs typeface="Arial"/>
              </a:defRPr>
            </a:lvl6pPr>
            <a:lvl7pPr>
              <a:defRPr sz="2025" b="0">
                <a:solidFill>
                  <a:srgbClr val="DBE0F0"/>
                </a:solidFill>
                <a:latin typeface="Arial"/>
                <a:ea typeface="Arial"/>
                <a:cs typeface="Arial"/>
              </a:defRPr>
            </a:lvl7pPr>
            <a:lvl8pPr>
              <a:defRPr sz="2025" b="0">
                <a:solidFill>
                  <a:srgbClr val="DBE0F0"/>
                </a:solidFill>
                <a:latin typeface="Arial"/>
                <a:ea typeface="Arial"/>
                <a:cs typeface="Arial"/>
              </a:defRPr>
            </a:lvl8pPr>
            <a:lvl9pPr>
              <a:defRPr sz="2025" b="0">
                <a:solidFill>
                  <a:srgbClr val="DBE0F0"/>
                </a:solidFill>
                <a:latin typeface="Arial"/>
                <a:ea typeface="Arial"/>
                <a:cs typeface="Arial"/>
              </a:defRPr>
            </a:lvl9pPr>
          </a:lstStyle>
          <a:p>
            <a:pPr>
              <a:defRPr sz="2025" b="0">
                <a:solidFill>
                  <a:srgbClr val="DBE0F0"/>
                </a:solidFill>
                <a:latin typeface="Arial"/>
                <a:ea typeface="Arial"/>
                <a:cs typeface="Arial"/>
              </a:defRPr>
            </a:pPr>
            <a:r>
              <a:rPr sz="2025" b="0">
                <a:solidFill>
                  <a:srgbClr val="DBE0F0"/>
                </a:solidFill>
                <a:latin typeface="Arial"/>
                <a:ea typeface="Arial"/>
                <a:cs typeface="Arial"/>
              </a:rPr>
              <a:t>Стоимость и время по реальным прохождениям</a:t>
            </a:r>
          </a:p>
        </p:txBody>
      </p:sp>
      <p:sp>
        <p:nvSpPr>
          <p:cNvPr id="28" name="Прямоугольник 27">
            <a:extLst>
              <a:ext uri="{FF2B5EF4-FFF2-40B4-BE49-F238E27FC236}">
                <a16:creationId xmlns:a16="http://schemas.microsoft.com/office/drawing/2014/main" id="{06943BF6-45AE-4FA7-A806-48F42077BA04}"/>
              </a:ext>
            </a:extLst>
          </p:cNvPr>
          <p:cNvSpPr>
            <a:spLocks noGrp="1"/>
          </p:cNvSpPr>
          <p:nvPr/>
        </p:nvSpPr>
        <p:spPr>
          <a:xfrm>
            <a:off x="571500" y="2857500"/>
            <a:ext cx="6096000" cy="952500"/>
          </a:xfrm>
          <a:prstGeom prst="rect">
            <a:avLst/>
          </a:prstGeom>
          <a:noFill/>
          <a:ln w="0">
            <a:noFill/>
          </a:ln>
        </p:spPr>
        <p:txBody>
          <a:bodyPr/>
          <a:lstStyle>
            <a:defPPr>
              <a:defRPr sz="4650" b="1">
                <a:solidFill>
                  <a:srgbClr val="39C9D7"/>
                </a:solidFill>
                <a:latin typeface="Arial"/>
                <a:ea typeface="Arial"/>
                <a:cs typeface="Arial"/>
              </a:defRPr>
            </a:defPPr>
            <a:lvl1pPr>
              <a:defRPr sz="4650" b="1">
                <a:solidFill>
                  <a:srgbClr val="39C9D7"/>
                </a:solidFill>
                <a:latin typeface="Arial"/>
                <a:ea typeface="Arial"/>
                <a:cs typeface="Arial"/>
              </a:defRPr>
            </a:lvl1pPr>
            <a:lvl2pPr>
              <a:defRPr sz="4650" b="1">
                <a:solidFill>
                  <a:srgbClr val="39C9D7"/>
                </a:solidFill>
                <a:latin typeface="Arial"/>
                <a:ea typeface="Arial"/>
                <a:cs typeface="Arial"/>
              </a:defRPr>
            </a:lvl2pPr>
            <a:lvl3pPr>
              <a:defRPr sz="4650" b="1">
                <a:solidFill>
                  <a:srgbClr val="39C9D7"/>
                </a:solidFill>
                <a:latin typeface="Arial"/>
                <a:ea typeface="Arial"/>
                <a:cs typeface="Arial"/>
              </a:defRPr>
            </a:lvl3pPr>
            <a:lvl4pPr>
              <a:defRPr sz="4650" b="1">
                <a:solidFill>
                  <a:srgbClr val="39C9D7"/>
                </a:solidFill>
                <a:latin typeface="Arial"/>
                <a:ea typeface="Arial"/>
                <a:cs typeface="Arial"/>
              </a:defRPr>
            </a:lvl4pPr>
            <a:lvl5pPr>
              <a:defRPr sz="4650" b="1">
                <a:solidFill>
                  <a:srgbClr val="39C9D7"/>
                </a:solidFill>
                <a:latin typeface="Arial"/>
                <a:ea typeface="Arial"/>
                <a:cs typeface="Arial"/>
              </a:defRPr>
            </a:lvl5pPr>
            <a:lvl6pPr>
              <a:defRPr sz="4650" b="1">
                <a:solidFill>
                  <a:srgbClr val="39C9D7"/>
                </a:solidFill>
                <a:latin typeface="Arial"/>
                <a:ea typeface="Arial"/>
                <a:cs typeface="Arial"/>
              </a:defRPr>
            </a:lvl6pPr>
            <a:lvl7pPr>
              <a:defRPr sz="4650" b="1">
                <a:solidFill>
                  <a:srgbClr val="39C9D7"/>
                </a:solidFill>
                <a:latin typeface="Arial"/>
                <a:ea typeface="Arial"/>
                <a:cs typeface="Arial"/>
              </a:defRPr>
            </a:lvl7pPr>
            <a:lvl8pPr>
              <a:defRPr sz="4650" b="1">
                <a:solidFill>
                  <a:srgbClr val="39C9D7"/>
                </a:solidFill>
                <a:latin typeface="Arial"/>
                <a:ea typeface="Arial"/>
                <a:cs typeface="Arial"/>
              </a:defRPr>
            </a:lvl8pPr>
            <a:lvl9pPr>
              <a:defRPr sz="4650" b="1">
                <a:solidFill>
                  <a:srgbClr val="39C9D7"/>
                </a:solidFill>
                <a:latin typeface="Arial"/>
                <a:ea typeface="Arial"/>
                <a:cs typeface="Arial"/>
              </a:defRPr>
            </a:lvl9pPr>
          </a:lstStyle>
          <a:p>
            <a:pPr>
              <a:defRPr sz="4650" b="1">
                <a:solidFill>
                  <a:srgbClr val="39C9D7"/>
                </a:solidFill>
                <a:latin typeface="Arial"/>
                <a:ea typeface="Arial"/>
                <a:cs typeface="Arial"/>
              </a:defRPr>
            </a:pPr>
            <a:r>
              <a:rPr sz="4650" b="1">
                <a:solidFill>
                  <a:srgbClr val="39C9D7"/>
                </a:solidFill>
                <a:latin typeface="Arial"/>
                <a:ea typeface="Arial"/>
                <a:cs typeface="Arial"/>
              </a:rPr>
              <a:t>≈ 75 500 ₸</a:t>
            </a:r>
          </a:p>
        </p:txBody>
      </p:sp>
      <p:sp>
        <p:nvSpPr>
          <p:cNvPr id="29" name="Прямоугольник 28">
            <a:extLst>
              <a:ext uri="{FF2B5EF4-FFF2-40B4-BE49-F238E27FC236}">
                <a16:creationId xmlns:a16="http://schemas.microsoft.com/office/drawing/2014/main" id="{0E6BB2F9-5B55-4D90-B35C-BDFF9935C94B}"/>
              </a:ext>
            </a:extLst>
          </p:cNvPr>
          <p:cNvSpPr>
            <a:spLocks noGrp="1"/>
          </p:cNvSpPr>
          <p:nvPr/>
        </p:nvSpPr>
        <p:spPr>
          <a:xfrm>
            <a:off x="571500" y="3952875"/>
            <a:ext cx="6000750" cy="523875"/>
          </a:xfrm>
          <a:prstGeom prst="rect">
            <a:avLst/>
          </a:prstGeom>
          <a:noFill/>
          <a:ln w="0">
            <a:noFill/>
          </a:ln>
        </p:spPr>
        <p:txBody>
          <a:bodyPr/>
          <a:lstStyle>
            <a:defPPr>
              <a:defRPr sz="2175" b="1">
                <a:solidFill>
                  <a:srgbClr val="FFFFFF"/>
                </a:solidFill>
                <a:latin typeface="Arial"/>
                <a:ea typeface="Arial"/>
                <a:cs typeface="Arial"/>
              </a:defRPr>
            </a:defPPr>
            <a:lvl1pPr>
              <a:defRPr sz="2175" b="1">
                <a:solidFill>
                  <a:srgbClr val="FFFFFF"/>
                </a:solidFill>
                <a:latin typeface="Arial"/>
                <a:ea typeface="Arial"/>
                <a:cs typeface="Arial"/>
              </a:defRPr>
            </a:lvl1pPr>
            <a:lvl2pPr>
              <a:defRPr sz="2175" b="1">
                <a:solidFill>
                  <a:srgbClr val="FFFFFF"/>
                </a:solidFill>
                <a:latin typeface="Arial"/>
                <a:ea typeface="Arial"/>
                <a:cs typeface="Arial"/>
              </a:defRPr>
            </a:lvl2pPr>
            <a:lvl3pPr>
              <a:defRPr sz="2175" b="1">
                <a:solidFill>
                  <a:srgbClr val="FFFFFF"/>
                </a:solidFill>
                <a:latin typeface="Arial"/>
                <a:ea typeface="Arial"/>
                <a:cs typeface="Arial"/>
              </a:defRPr>
            </a:lvl3pPr>
            <a:lvl4pPr>
              <a:defRPr sz="2175" b="1">
                <a:solidFill>
                  <a:srgbClr val="FFFFFF"/>
                </a:solidFill>
                <a:latin typeface="Arial"/>
                <a:ea typeface="Arial"/>
                <a:cs typeface="Arial"/>
              </a:defRPr>
            </a:lvl4pPr>
            <a:lvl5pPr>
              <a:defRPr sz="2175" b="1">
                <a:solidFill>
                  <a:srgbClr val="FFFFFF"/>
                </a:solidFill>
                <a:latin typeface="Arial"/>
                <a:ea typeface="Arial"/>
                <a:cs typeface="Arial"/>
              </a:defRPr>
            </a:lvl5pPr>
            <a:lvl6pPr>
              <a:defRPr sz="2175" b="1">
                <a:solidFill>
                  <a:srgbClr val="FFFFFF"/>
                </a:solidFill>
                <a:latin typeface="Arial"/>
                <a:ea typeface="Arial"/>
                <a:cs typeface="Arial"/>
              </a:defRPr>
            </a:lvl6pPr>
            <a:lvl7pPr>
              <a:defRPr sz="2175" b="1">
                <a:solidFill>
                  <a:srgbClr val="FFFFFF"/>
                </a:solidFill>
                <a:latin typeface="Arial"/>
                <a:ea typeface="Arial"/>
                <a:cs typeface="Arial"/>
              </a:defRPr>
            </a:lvl7pPr>
            <a:lvl8pPr>
              <a:defRPr sz="2175" b="1">
                <a:solidFill>
                  <a:srgbClr val="FFFFFF"/>
                </a:solidFill>
                <a:latin typeface="Arial"/>
                <a:ea typeface="Arial"/>
                <a:cs typeface="Arial"/>
              </a:defRPr>
            </a:lvl8pPr>
            <a:lvl9pPr>
              <a:defRPr sz="2175" b="1">
                <a:solidFill>
                  <a:srgbClr val="FFFFFF"/>
                </a:solidFill>
                <a:latin typeface="Arial"/>
                <a:ea typeface="Arial"/>
                <a:cs typeface="Arial"/>
              </a:defRPr>
            </a:lvl9pPr>
          </a:lstStyle>
          <a:p>
            <a:pPr>
              <a:defRPr sz="2175" b="1">
                <a:solidFill>
                  <a:srgbClr val="FFFFFF"/>
                </a:solidFill>
                <a:latin typeface="Arial"/>
                <a:ea typeface="Arial"/>
                <a:cs typeface="Arial"/>
              </a:defRPr>
            </a:pPr>
            <a:r>
              <a:rPr sz="2175" b="1">
                <a:solidFill>
                  <a:srgbClr val="FFFFFF"/>
                </a:solidFill>
                <a:latin typeface="Arial"/>
                <a:ea typeface="Arial"/>
                <a:cs typeface="Arial"/>
              </a:rPr>
              <a:t>10 000 прохождений</a:t>
            </a:r>
          </a:p>
        </p:txBody>
      </p:sp>
      <p:sp>
        <p:nvSpPr>
          <p:cNvPr id="30" name="Прямоугольник 29">
            <a:extLst>
              <a:ext uri="{FF2B5EF4-FFF2-40B4-BE49-F238E27FC236}">
                <a16:creationId xmlns:a16="http://schemas.microsoft.com/office/drawing/2014/main" id="{829407F5-00EC-4CD6-9556-79658CBCF9EA}"/>
              </a:ext>
            </a:extLst>
          </p:cNvPr>
          <p:cNvSpPr>
            <a:spLocks noGrp="1"/>
          </p:cNvSpPr>
          <p:nvPr/>
        </p:nvSpPr>
        <p:spPr>
          <a:xfrm>
            <a:off x="7381875" y="2857500"/>
            <a:ext cx="4191000" cy="952500"/>
          </a:xfrm>
          <a:prstGeom prst="rect">
            <a:avLst/>
          </a:prstGeom>
          <a:noFill/>
          <a:ln w="0">
            <a:noFill/>
          </a:ln>
        </p:spPr>
        <p:txBody>
          <a:bodyPr/>
          <a:lstStyle>
            <a:defPPr>
              <a:defRPr sz="4350" b="1">
                <a:solidFill>
                  <a:srgbClr val="39C9D7"/>
                </a:solidFill>
                <a:latin typeface="Arial"/>
                <a:ea typeface="Arial"/>
                <a:cs typeface="Arial"/>
              </a:defRPr>
            </a:defPPr>
            <a:lvl1pPr>
              <a:defRPr sz="4350" b="1">
                <a:solidFill>
                  <a:srgbClr val="39C9D7"/>
                </a:solidFill>
                <a:latin typeface="Arial"/>
                <a:ea typeface="Arial"/>
                <a:cs typeface="Arial"/>
              </a:defRPr>
            </a:lvl1pPr>
            <a:lvl2pPr>
              <a:defRPr sz="4350" b="1">
                <a:solidFill>
                  <a:srgbClr val="39C9D7"/>
                </a:solidFill>
                <a:latin typeface="Arial"/>
                <a:ea typeface="Arial"/>
                <a:cs typeface="Arial"/>
              </a:defRPr>
            </a:lvl2pPr>
            <a:lvl3pPr>
              <a:defRPr sz="4350" b="1">
                <a:solidFill>
                  <a:srgbClr val="39C9D7"/>
                </a:solidFill>
                <a:latin typeface="Arial"/>
                <a:ea typeface="Arial"/>
                <a:cs typeface="Arial"/>
              </a:defRPr>
            </a:lvl3pPr>
            <a:lvl4pPr>
              <a:defRPr sz="4350" b="1">
                <a:solidFill>
                  <a:srgbClr val="39C9D7"/>
                </a:solidFill>
                <a:latin typeface="Arial"/>
                <a:ea typeface="Arial"/>
                <a:cs typeface="Arial"/>
              </a:defRPr>
            </a:lvl4pPr>
            <a:lvl5pPr>
              <a:defRPr sz="4350" b="1">
                <a:solidFill>
                  <a:srgbClr val="39C9D7"/>
                </a:solidFill>
                <a:latin typeface="Arial"/>
                <a:ea typeface="Arial"/>
                <a:cs typeface="Arial"/>
              </a:defRPr>
            </a:lvl5pPr>
            <a:lvl6pPr>
              <a:defRPr sz="4350" b="1">
                <a:solidFill>
                  <a:srgbClr val="39C9D7"/>
                </a:solidFill>
                <a:latin typeface="Arial"/>
                <a:ea typeface="Arial"/>
                <a:cs typeface="Arial"/>
              </a:defRPr>
            </a:lvl6pPr>
            <a:lvl7pPr>
              <a:defRPr sz="4350" b="1">
                <a:solidFill>
                  <a:srgbClr val="39C9D7"/>
                </a:solidFill>
                <a:latin typeface="Arial"/>
                <a:ea typeface="Arial"/>
                <a:cs typeface="Arial"/>
              </a:defRPr>
            </a:lvl7pPr>
            <a:lvl8pPr>
              <a:defRPr sz="4350" b="1">
                <a:solidFill>
                  <a:srgbClr val="39C9D7"/>
                </a:solidFill>
                <a:latin typeface="Arial"/>
                <a:ea typeface="Arial"/>
                <a:cs typeface="Arial"/>
              </a:defRPr>
            </a:lvl8pPr>
            <a:lvl9pPr>
              <a:defRPr sz="4350" b="1">
                <a:solidFill>
                  <a:srgbClr val="39C9D7"/>
                </a:solidFill>
                <a:latin typeface="Arial"/>
                <a:ea typeface="Arial"/>
                <a:cs typeface="Arial"/>
              </a:defRPr>
            </a:lvl9pPr>
          </a:lstStyle>
          <a:p>
            <a:pPr>
              <a:defRPr sz="4350" b="1">
                <a:solidFill>
                  <a:srgbClr val="39C9D7"/>
                </a:solidFill>
                <a:latin typeface="Arial"/>
                <a:ea typeface="Arial"/>
                <a:cs typeface="Arial"/>
              </a:defRPr>
            </a:pPr>
            <a:r>
              <a:rPr sz="4350" b="1">
                <a:solidFill>
                  <a:srgbClr val="39C9D7"/>
                </a:solidFill>
                <a:latin typeface="Arial"/>
                <a:ea typeface="Arial"/>
                <a:cs typeface="Arial"/>
              </a:rPr>
              <a:t>1,5–2 мин</a:t>
            </a:r>
          </a:p>
        </p:txBody>
      </p:sp>
      <p:sp>
        <p:nvSpPr>
          <p:cNvPr id="31" name="Прямоугольник 30">
            <a:extLst>
              <a:ext uri="{FF2B5EF4-FFF2-40B4-BE49-F238E27FC236}">
                <a16:creationId xmlns:a16="http://schemas.microsoft.com/office/drawing/2014/main" id="{F0345FC2-4A43-4A61-9437-6C71EFEE9CAC}"/>
              </a:ext>
            </a:extLst>
          </p:cNvPr>
          <p:cNvSpPr>
            <a:spLocks noGrp="1"/>
          </p:cNvSpPr>
          <p:nvPr/>
        </p:nvSpPr>
        <p:spPr>
          <a:xfrm>
            <a:off x="7381875" y="3952875"/>
            <a:ext cx="4191000" cy="762000"/>
          </a:xfrm>
          <a:prstGeom prst="rect">
            <a:avLst/>
          </a:prstGeom>
          <a:noFill/>
          <a:ln w="0">
            <a:noFill/>
          </a:ln>
        </p:spPr>
        <p:txBody>
          <a:bodyPr/>
          <a:lstStyle>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a:pPr>
              <a:defRPr sz="2025" b="1">
                <a:solidFill>
                  <a:srgbClr val="FFFFFF"/>
                </a:solidFill>
                <a:latin typeface="Arial"/>
                <a:ea typeface="Arial"/>
                <a:cs typeface="Arial"/>
              </a:defRPr>
            </a:pPr>
            <a:r>
              <a:rPr sz="2025" b="1">
                <a:solidFill>
                  <a:srgbClr val="FFFFFF"/>
                </a:solidFill>
                <a:latin typeface="Arial"/>
                <a:ea typeface="Arial"/>
                <a:cs typeface="Arial"/>
              </a:rPr>
              <a:t>суммарное ожидание ИИ</a:t>
            </a:r>
          </a:p>
        </p:txBody>
      </p:sp>
      <p:sp>
        <p:nvSpPr>
          <p:cNvPr id="32" name="Прямоугольник 31">
            <a:extLst>
              <a:ext uri="{FF2B5EF4-FFF2-40B4-BE49-F238E27FC236}">
                <a16:creationId xmlns:a16="http://schemas.microsoft.com/office/drawing/2014/main" id="{2BE1B15D-9147-4A7A-9546-67D02C2D6319}"/>
              </a:ext>
            </a:extLst>
          </p:cNvPr>
          <p:cNvSpPr>
            <a:spLocks noGrp="1"/>
          </p:cNvSpPr>
          <p:nvPr/>
        </p:nvSpPr>
        <p:spPr>
          <a:xfrm>
            <a:off x="571500" y="5191125"/>
            <a:ext cx="11049000" cy="714375"/>
          </a:xfrm>
          <a:prstGeom prst="rect">
            <a:avLst/>
          </a:prstGeom>
          <a:noFill/>
          <a:ln w="0">
            <a:noFill/>
          </a:ln>
        </p:spPr>
        <p:txBody>
          <a:bodyPr/>
          <a:lstStyle>
            <a:defPPr>
              <a:defRPr sz="2100" b="0">
                <a:solidFill>
                  <a:srgbClr val="DBE0F0"/>
                </a:solidFill>
                <a:latin typeface="Arial"/>
                <a:ea typeface="Arial"/>
                <a:cs typeface="Arial"/>
              </a:defRPr>
            </a:defPPr>
            <a:lvl1pPr>
              <a:defRPr sz="2100" b="0">
                <a:solidFill>
                  <a:srgbClr val="DBE0F0"/>
                </a:solidFill>
                <a:latin typeface="Arial"/>
                <a:ea typeface="Arial"/>
                <a:cs typeface="Arial"/>
              </a:defRPr>
            </a:lvl1pPr>
            <a:lvl2pPr>
              <a:defRPr sz="2100" b="0">
                <a:solidFill>
                  <a:srgbClr val="DBE0F0"/>
                </a:solidFill>
                <a:latin typeface="Arial"/>
                <a:ea typeface="Arial"/>
                <a:cs typeface="Arial"/>
              </a:defRPr>
            </a:lvl2pPr>
            <a:lvl3pPr>
              <a:defRPr sz="2100" b="0">
                <a:solidFill>
                  <a:srgbClr val="DBE0F0"/>
                </a:solidFill>
                <a:latin typeface="Arial"/>
                <a:ea typeface="Arial"/>
                <a:cs typeface="Arial"/>
              </a:defRPr>
            </a:lvl3pPr>
            <a:lvl4pPr>
              <a:defRPr sz="2100" b="0">
                <a:solidFill>
                  <a:srgbClr val="DBE0F0"/>
                </a:solidFill>
                <a:latin typeface="Arial"/>
                <a:ea typeface="Arial"/>
                <a:cs typeface="Arial"/>
              </a:defRPr>
            </a:lvl4pPr>
            <a:lvl5pPr>
              <a:defRPr sz="2100" b="0">
                <a:solidFill>
                  <a:srgbClr val="DBE0F0"/>
                </a:solidFill>
                <a:latin typeface="Arial"/>
                <a:ea typeface="Arial"/>
                <a:cs typeface="Arial"/>
              </a:defRPr>
            </a:lvl5pPr>
            <a:lvl6pPr>
              <a:defRPr sz="2100" b="0">
                <a:solidFill>
                  <a:srgbClr val="DBE0F0"/>
                </a:solidFill>
                <a:latin typeface="Arial"/>
                <a:ea typeface="Arial"/>
                <a:cs typeface="Arial"/>
              </a:defRPr>
            </a:lvl6pPr>
            <a:lvl7pPr>
              <a:defRPr sz="2100" b="0">
                <a:solidFill>
                  <a:srgbClr val="DBE0F0"/>
                </a:solidFill>
                <a:latin typeface="Arial"/>
                <a:ea typeface="Arial"/>
                <a:cs typeface="Arial"/>
              </a:defRPr>
            </a:lvl7pPr>
            <a:lvl8pPr>
              <a:defRPr sz="2100" b="0">
                <a:solidFill>
                  <a:srgbClr val="DBE0F0"/>
                </a:solidFill>
                <a:latin typeface="Arial"/>
                <a:ea typeface="Arial"/>
                <a:cs typeface="Arial"/>
              </a:defRPr>
            </a:lvl8pPr>
            <a:lvl9pPr>
              <a:defRPr sz="2100" b="0">
                <a:solidFill>
                  <a:srgbClr val="DBE0F0"/>
                </a:solidFill>
                <a:latin typeface="Arial"/>
                <a:ea typeface="Arial"/>
                <a:cs typeface="Arial"/>
              </a:defRPr>
            </a:lvl9pPr>
          </a:lstStyle>
          <a:p>
            <a:pPr>
              <a:defRPr sz="2100" b="0">
                <a:solidFill>
                  <a:srgbClr val="DBE0F0"/>
                </a:solidFill>
                <a:latin typeface="Arial"/>
                <a:ea typeface="Arial"/>
                <a:cs typeface="Arial"/>
              </a:defRPr>
            </a:pPr>
            <a:r>
              <a:rPr sz="2100" b="0">
                <a:solidFill>
                  <a:srgbClr val="DBE0F0"/>
                </a:solidFill>
                <a:latin typeface="Arial"/>
                <a:ea typeface="Arial"/>
                <a:cs typeface="Arial"/>
              </a:rPr>
              <a:t>Следующий шаг: пилот с сотрудниками и сравнение с оценкой экспертов.</a:t>
            </a:r>
          </a:p>
        </p:txBody>
      </p:sp>
      <p:sp>
        <p:nvSpPr>
          <p:cNvPr id="33" name="Прямоугольник 32">
            <a:extLst>
              <a:ext uri="{FF2B5EF4-FFF2-40B4-BE49-F238E27FC236}">
                <a16:creationId xmlns:a16="http://schemas.microsoft.com/office/drawing/2014/main" id="{B54FB64A-A423-4150-B224-91BD0A75C812}"/>
              </a:ext>
            </a:extLst>
          </p:cNvPr>
          <p:cNvSpPr>
            <a:spLocks noGrp="1"/>
          </p:cNvSpPr>
          <p:nvPr/>
        </p:nvSpPr>
        <p:spPr>
          <a:xfrm>
            <a:off x="571500" y="5810250"/>
            <a:ext cx="11049000" cy="476250"/>
          </a:xfrm>
          <a:prstGeom prst="rect">
            <a:avLst/>
          </a:prstGeom>
          <a:noFill/>
          <a:ln w="0">
            <a:noFill/>
          </a:ln>
        </p:spPr>
        <p:txBody>
          <a:bodyPr/>
          <a:lstStyle>
            <a:defPPr>
              <a:defRPr sz="1275" b="0">
                <a:solidFill>
                  <a:srgbClr val="AEB8D4"/>
                </a:solidFill>
                <a:latin typeface="Arial"/>
                <a:ea typeface="Arial"/>
                <a:cs typeface="Arial"/>
              </a:defRPr>
            </a:defPPr>
            <a:lvl1pPr>
              <a:defRPr sz="1275" b="0">
                <a:solidFill>
                  <a:srgbClr val="AEB8D4"/>
                </a:solidFill>
                <a:latin typeface="Arial"/>
                <a:ea typeface="Arial"/>
                <a:cs typeface="Arial"/>
              </a:defRPr>
            </a:lvl1pPr>
            <a:lvl2pPr>
              <a:defRPr sz="1275" b="0">
                <a:solidFill>
                  <a:srgbClr val="AEB8D4"/>
                </a:solidFill>
                <a:latin typeface="Arial"/>
                <a:ea typeface="Arial"/>
                <a:cs typeface="Arial"/>
              </a:defRPr>
            </a:lvl2pPr>
            <a:lvl3pPr>
              <a:defRPr sz="1275" b="0">
                <a:solidFill>
                  <a:srgbClr val="AEB8D4"/>
                </a:solidFill>
                <a:latin typeface="Arial"/>
                <a:ea typeface="Arial"/>
                <a:cs typeface="Arial"/>
              </a:defRPr>
            </a:lvl3pPr>
            <a:lvl4pPr>
              <a:defRPr sz="1275" b="0">
                <a:solidFill>
                  <a:srgbClr val="AEB8D4"/>
                </a:solidFill>
                <a:latin typeface="Arial"/>
                <a:ea typeface="Arial"/>
                <a:cs typeface="Arial"/>
              </a:defRPr>
            </a:lvl4pPr>
            <a:lvl5pPr>
              <a:defRPr sz="1275" b="0">
                <a:solidFill>
                  <a:srgbClr val="AEB8D4"/>
                </a:solidFill>
                <a:latin typeface="Arial"/>
                <a:ea typeface="Arial"/>
                <a:cs typeface="Arial"/>
              </a:defRPr>
            </a:lvl5pPr>
            <a:lvl6pPr>
              <a:defRPr sz="1275" b="0">
                <a:solidFill>
                  <a:srgbClr val="AEB8D4"/>
                </a:solidFill>
                <a:latin typeface="Arial"/>
                <a:ea typeface="Arial"/>
                <a:cs typeface="Arial"/>
              </a:defRPr>
            </a:lvl6pPr>
            <a:lvl7pPr>
              <a:defRPr sz="1275" b="0">
                <a:solidFill>
                  <a:srgbClr val="AEB8D4"/>
                </a:solidFill>
                <a:latin typeface="Arial"/>
                <a:ea typeface="Arial"/>
                <a:cs typeface="Arial"/>
              </a:defRPr>
            </a:lvl7pPr>
            <a:lvl8pPr>
              <a:defRPr sz="1275" b="0">
                <a:solidFill>
                  <a:srgbClr val="AEB8D4"/>
                </a:solidFill>
                <a:latin typeface="Arial"/>
                <a:ea typeface="Arial"/>
                <a:cs typeface="Arial"/>
              </a:defRPr>
            </a:lvl8pPr>
            <a:lvl9pPr>
              <a:defRPr sz="1275" b="0">
                <a:solidFill>
                  <a:srgbClr val="AEB8D4"/>
                </a:solidFill>
                <a:latin typeface="Arial"/>
                <a:ea typeface="Arial"/>
                <a:cs typeface="Arial"/>
              </a:defRPr>
            </a:lvl9pPr>
          </a:lstStyle>
          <a:p>
            <a:pPr>
              <a:defRPr sz="1275" b="0">
                <a:solidFill>
                  <a:srgbClr val="AEB8D4"/>
                </a:solidFill>
                <a:latin typeface="Arial"/>
                <a:ea typeface="Arial"/>
                <a:cs typeface="Arial"/>
              </a:defRPr>
            </a:pPr>
            <a:r>
              <a:rPr sz="1275" b="0">
                <a:solidFill>
                  <a:srgbClr val="AEB8D4"/>
                </a:solidFill>
                <a:latin typeface="Arial"/>
                <a:ea typeface="Arial"/>
                <a:cs typeface="Arial"/>
              </a:rPr>
              <a:t>4 полных прохождения, среднее $0,0166. Курс из отчёта: 455 ₸/$.</a:t>
            </a:r>
          </a:p>
          <a:p>
            <a:pPr>
              <a:defRPr sz="1275" b="0">
                <a:solidFill>
                  <a:srgbClr val="AEB8D4"/>
                </a:solidFill>
                <a:latin typeface="Arial"/>
                <a:ea typeface="Arial"/>
                <a:cs typeface="Arial"/>
              </a:defRPr>
            </a:pPr>
            <a:r>
              <a:rPr sz="1275" b="0">
                <a:solidFill>
                  <a:srgbClr val="AEB8D4"/>
                </a:solidFill>
                <a:latin typeface="Arial"/>
                <a:ea typeface="Arial"/>
                <a:cs typeface="Arial"/>
              </a:rPr>
              <a:t>Только расходы на ИИ. Время чтения и ответов человека не входит в замер.</a:t>
            </a:r>
          </a:p>
        </p:txBody>
      </p:sp>
    </p:spTree>
    <p:extLst>
      <p:ext uri="{BB962C8B-B14F-4D97-AF65-F5344CB8AC3E}">
        <p14:creationId xmlns:p14="http://schemas.microsoft.com/office/powerpoint/2010/main" val="1021706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AA616B7C-9ECA-4FF4-95BA-986EAACB5715}"/>
              </a:ext>
            </a:extLst>
          </p:cNvPr>
          <p:cNvSpPr>
            <a:spLocks noGrp="1"/>
          </p:cNvSpPr>
          <p:nvPr/>
        </p:nvSpPr>
        <p:spPr>
          <a:xfrm>
            <a:off x="476250" y="285750"/>
            <a:ext cx="6667500" cy="238125"/>
          </a:xfrm>
          <a:prstGeom prst="rect">
            <a:avLst/>
          </a:prstGeom>
          <a:noFill/>
          <a:ln w="0">
            <a:noFill/>
          </a:ln>
        </p:spPr>
        <p:txBody>
          <a:bodyPr/>
          <a:lstStyle>
            <a:defPPr>
              <a:defRPr sz="1050" b="1">
                <a:solidFill>
                  <a:srgbClr val="6E59F7"/>
                </a:solidFill>
                <a:latin typeface="Arial"/>
                <a:ea typeface="Arial"/>
                <a:cs typeface="Arial"/>
              </a:defRPr>
            </a:defPPr>
            <a:lvl1pPr>
              <a:defRPr sz="1050" b="1">
                <a:solidFill>
                  <a:srgbClr val="6E59F7"/>
                </a:solidFill>
                <a:latin typeface="Arial"/>
                <a:ea typeface="Arial"/>
                <a:cs typeface="Arial"/>
              </a:defRPr>
            </a:lvl1pPr>
            <a:lvl2pPr>
              <a:defRPr sz="1050" b="1">
                <a:solidFill>
                  <a:srgbClr val="6E59F7"/>
                </a:solidFill>
                <a:latin typeface="Arial"/>
                <a:ea typeface="Arial"/>
                <a:cs typeface="Arial"/>
              </a:defRPr>
            </a:lvl2pPr>
            <a:lvl3pPr>
              <a:defRPr sz="1050" b="1">
                <a:solidFill>
                  <a:srgbClr val="6E59F7"/>
                </a:solidFill>
                <a:latin typeface="Arial"/>
                <a:ea typeface="Arial"/>
                <a:cs typeface="Arial"/>
              </a:defRPr>
            </a:lvl3pPr>
            <a:lvl4pPr>
              <a:defRPr sz="1050" b="1">
                <a:solidFill>
                  <a:srgbClr val="6E59F7"/>
                </a:solidFill>
                <a:latin typeface="Arial"/>
                <a:ea typeface="Arial"/>
                <a:cs typeface="Arial"/>
              </a:defRPr>
            </a:lvl4pPr>
            <a:lvl5pPr>
              <a:defRPr sz="1050" b="1">
                <a:solidFill>
                  <a:srgbClr val="6E59F7"/>
                </a:solidFill>
                <a:latin typeface="Arial"/>
                <a:ea typeface="Arial"/>
                <a:cs typeface="Arial"/>
              </a:defRPr>
            </a:lvl5pPr>
            <a:lvl6pPr>
              <a:defRPr sz="1050" b="1">
                <a:solidFill>
                  <a:srgbClr val="6E59F7"/>
                </a:solidFill>
                <a:latin typeface="Arial"/>
                <a:ea typeface="Arial"/>
                <a:cs typeface="Arial"/>
              </a:defRPr>
            </a:lvl6pPr>
            <a:lvl7pPr>
              <a:defRPr sz="1050" b="1">
                <a:solidFill>
                  <a:srgbClr val="6E59F7"/>
                </a:solidFill>
                <a:latin typeface="Arial"/>
                <a:ea typeface="Arial"/>
                <a:cs typeface="Arial"/>
              </a:defRPr>
            </a:lvl7pPr>
            <a:lvl8pPr>
              <a:defRPr sz="1050" b="1">
                <a:solidFill>
                  <a:srgbClr val="6E59F7"/>
                </a:solidFill>
                <a:latin typeface="Arial"/>
                <a:ea typeface="Arial"/>
                <a:cs typeface="Arial"/>
              </a:defRPr>
            </a:lvl8pPr>
            <a:lvl9pPr>
              <a:defRPr sz="1050" b="1">
                <a:solidFill>
                  <a:srgbClr val="6E59F7"/>
                </a:solidFill>
                <a:latin typeface="Arial"/>
                <a:ea typeface="Arial"/>
                <a:cs typeface="Arial"/>
              </a:defRPr>
            </a:lvl9pPr>
          </a:lstStyle>
          <a:p>
            <a:pPr>
              <a:defRPr sz="1050" b="1">
                <a:solidFill>
                  <a:srgbClr val="6E59F7"/>
                </a:solidFill>
                <a:latin typeface="Arial"/>
                <a:ea typeface="Arial"/>
                <a:cs typeface="Arial"/>
              </a:defRPr>
            </a:pPr>
            <a:r>
              <a:rPr sz="1050" b="1">
                <a:solidFill>
                  <a:srgbClr val="6E59F7"/>
                </a:solidFill>
                <a:latin typeface="Arial"/>
                <a:ea typeface="Arial"/>
                <a:cs typeface="Arial"/>
              </a:rPr>
              <a:t>BI ACADEMY</a:t>
            </a:r>
          </a:p>
        </p:txBody>
      </p:sp>
      <p:sp>
        <p:nvSpPr>
          <p:cNvPr id="2" name="Прямоугольник 1">
            <a:extLst>
              <a:ext uri="{FF2B5EF4-FFF2-40B4-BE49-F238E27FC236}">
                <a16:creationId xmlns:a16="http://schemas.microsoft.com/office/drawing/2014/main" id="{F4D89D11-4015-4B52-8C66-9FE1E3A2187A}"/>
              </a:ext>
            </a:extLst>
          </p:cNvPr>
          <p:cNvSpPr>
            <a:spLocks noGrp="1"/>
          </p:cNvSpPr>
          <p:nvPr/>
        </p:nvSpPr>
        <p:spPr>
          <a:xfrm>
            <a:off x="11334750" y="6448425"/>
            <a:ext cx="428625" cy="190500"/>
          </a:xfrm>
          <a:prstGeom prst="rect">
            <a:avLst/>
          </a:prstGeom>
          <a:noFill/>
          <a:ln w="0">
            <a:noFill/>
          </a:ln>
        </p:spPr>
        <p:txBody>
          <a:bodyPr/>
          <a:lstStyle>
            <a:defPPr>
              <a:defRPr sz="975" b="0">
                <a:solidFill>
                  <a:srgbClr val="63708A"/>
                </a:solidFill>
                <a:latin typeface="Arial"/>
                <a:ea typeface="Arial"/>
                <a:cs typeface="Arial"/>
              </a:defRPr>
            </a:defPPr>
            <a:lvl1pPr>
              <a:defRPr sz="975" b="0">
                <a:solidFill>
                  <a:srgbClr val="63708A"/>
                </a:solidFill>
                <a:latin typeface="Arial"/>
                <a:ea typeface="Arial"/>
                <a:cs typeface="Arial"/>
              </a:defRPr>
            </a:lvl1pPr>
            <a:lvl2pPr>
              <a:defRPr sz="975" b="0">
                <a:solidFill>
                  <a:srgbClr val="63708A"/>
                </a:solidFill>
                <a:latin typeface="Arial"/>
                <a:ea typeface="Arial"/>
                <a:cs typeface="Arial"/>
              </a:defRPr>
            </a:lvl2pPr>
            <a:lvl3pPr>
              <a:defRPr sz="975" b="0">
                <a:solidFill>
                  <a:srgbClr val="63708A"/>
                </a:solidFill>
                <a:latin typeface="Arial"/>
                <a:ea typeface="Arial"/>
                <a:cs typeface="Arial"/>
              </a:defRPr>
            </a:lvl3pPr>
            <a:lvl4pPr>
              <a:defRPr sz="975" b="0">
                <a:solidFill>
                  <a:srgbClr val="63708A"/>
                </a:solidFill>
                <a:latin typeface="Arial"/>
                <a:ea typeface="Arial"/>
                <a:cs typeface="Arial"/>
              </a:defRPr>
            </a:lvl4pPr>
            <a:lvl5pPr>
              <a:defRPr sz="975" b="0">
                <a:solidFill>
                  <a:srgbClr val="63708A"/>
                </a:solidFill>
                <a:latin typeface="Arial"/>
                <a:ea typeface="Arial"/>
                <a:cs typeface="Arial"/>
              </a:defRPr>
            </a:lvl5pPr>
            <a:lvl6pPr>
              <a:defRPr sz="975" b="0">
                <a:solidFill>
                  <a:srgbClr val="63708A"/>
                </a:solidFill>
                <a:latin typeface="Arial"/>
                <a:ea typeface="Arial"/>
                <a:cs typeface="Arial"/>
              </a:defRPr>
            </a:lvl6pPr>
            <a:lvl7pPr>
              <a:defRPr sz="975" b="0">
                <a:solidFill>
                  <a:srgbClr val="63708A"/>
                </a:solidFill>
                <a:latin typeface="Arial"/>
                <a:ea typeface="Arial"/>
                <a:cs typeface="Arial"/>
              </a:defRPr>
            </a:lvl7pPr>
            <a:lvl8pPr>
              <a:defRPr sz="975" b="0">
                <a:solidFill>
                  <a:srgbClr val="63708A"/>
                </a:solidFill>
                <a:latin typeface="Arial"/>
                <a:ea typeface="Arial"/>
                <a:cs typeface="Arial"/>
              </a:defRPr>
            </a:lvl8pPr>
            <a:lvl9pPr>
              <a:defRPr sz="975" b="0">
                <a:solidFill>
                  <a:srgbClr val="63708A"/>
                </a:solidFill>
                <a:latin typeface="Arial"/>
                <a:ea typeface="Arial"/>
                <a:cs typeface="Arial"/>
              </a:defRPr>
            </a:lvl9pPr>
          </a:lstStyle>
          <a:p>
            <a:pPr>
              <a:defRPr sz="975" b="0">
                <a:solidFill>
                  <a:srgbClr val="63708A"/>
                </a:solidFill>
                <a:latin typeface="Arial"/>
                <a:ea typeface="Arial"/>
                <a:cs typeface="Arial"/>
              </a:defRPr>
            </a:pPr>
            <a:r>
              <a:rPr sz="975" b="0">
                <a:solidFill>
                  <a:srgbClr val="63708A"/>
                </a:solidFill>
                <a:latin typeface="Arial"/>
                <a:ea typeface="Arial"/>
                <a:cs typeface="Arial"/>
              </a:rPr>
              <a:t>09</a:t>
            </a:r>
          </a:p>
        </p:txBody>
      </p:sp>
      <p:sp>
        <p:nvSpPr>
          <p:cNvPr id="3" name="Прямоугольник 2">
            <a:extLst>
              <a:ext uri="{FF2B5EF4-FFF2-40B4-BE49-F238E27FC236}">
                <a16:creationId xmlns:a16="http://schemas.microsoft.com/office/drawing/2014/main" id="{FCAAB1AF-7E4B-4711-A139-47DD77E582C1}"/>
              </a:ext>
            </a:extLst>
          </p:cNvPr>
          <p:cNvSpPr>
            <a:spLocks noGrp="1"/>
          </p:cNvSpPr>
          <p:nvPr/>
        </p:nvSpPr>
        <p:spPr>
          <a:xfrm>
            <a:off x="571500" y="838200"/>
            <a:ext cx="11049000" cy="714375"/>
          </a:xfrm>
          <a:prstGeom prst="rect">
            <a:avLst/>
          </a:prstGeom>
          <a:noFill/>
          <a:ln w="0">
            <a:noFill/>
          </a:ln>
        </p:spPr>
        <p:txBody>
          <a:bodyPr/>
          <a:lstStyle>
            <a:defPPr>
              <a:defRPr sz="3300" b="1">
                <a:solidFill>
                  <a:srgbClr val="16213A"/>
                </a:solidFill>
                <a:latin typeface="Arial"/>
                <a:ea typeface="Arial"/>
                <a:cs typeface="Arial"/>
              </a:defRPr>
            </a:defPPr>
            <a:lvl1pPr>
              <a:defRPr sz="3300" b="1">
                <a:solidFill>
                  <a:srgbClr val="16213A"/>
                </a:solidFill>
                <a:latin typeface="Arial"/>
                <a:ea typeface="Arial"/>
                <a:cs typeface="Arial"/>
              </a:defRPr>
            </a:lvl1pPr>
            <a:lvl2pPr>
              <a:defRPr sz="3300" b="1">
                <a:solidFill>
                  <a:srgbClr val="16213A"/>
                </a:solidFill>
                <a:latin typeface="Arial"/>
                <a:ea typeface="Arial"/>
                <a:cs typeface="Arial"/>
              </a:defRPr>
            </a:lvl2pPr>
            <a:lvl3pPr>
              <a:defRPr sz="3300" b="1">
                <a:solidFill>
                  <a:srgbClr val="16213A"/>
                </a:solidFill>
                <a:latin typeface="Arial"/>
                <a:ea typeface="Arial"/>
                <a:cs typeface="Arial"/>
              </a:defRPr>
            </a:lvl3pPr>
            <a:lvl4pPr>
              <a:defRPr sz="3300" b="1">
                <a:solidFill>
                  <a:srgbClr val="16213A"/>
                </a:solidFill>
                <a:latin typeface="Arial"/>
                <a:ea typeface="Arial"/>
                <a:cs typeface="Arial"/>
              </a:defRPr>
            </a:lvl4pPr>
            <a:lvl5pPr>
              <a:defRPr sz="3300" b="1">
                <a:solidFill>
                  <a:srgbClr val="16213A"/>
                </a:solidFill>
                <a:latin typeface="Arial"/>
                <a:ea typeface="Arial"/>
                <a:cs typeface="Arial"/>
              </a:defRPr>
            </a:lvl5pPr>
            <a:lvl6pPr>
              <a:defRPr sz="3300" b="1">
                <a:solidFill>
                  <a:srgbClr val="16213A"/>
                </a:solidFill>
                <a:latin typeface="Arial"/>
                <a:ea typeface="Arial"/>
                <a:cs typeface="Arial"/>
              </a:defRPr>
            </a:lvl6pPr>
            <a:lvl7pPr>
              <a:defRPr sz="3300" b="1">
                <a:solidFill>
                  <a:srgbClr val="16213A"/>
                </a:solidFill>
                <a:latin typeface="Arial"/>
                <a:ea typeface="Arial"/>
                <a:cs typeface="Arial"/>
              </a:defRPr>
            </a:lvl7pPr>
            <a:lvl8pPr>
              <a:defRPr sz="3300" b="1">
                <a:solidFill>
                  <a:srgbClr val="16213A"/>
                </a:solidFill>
                <a:latin typeface="Arial"/>
                <a:ea typeface="Arial"/>
                <a:cs typeface="Arial"/>
              </a:defRPr>
            </a:lvl8pPr>
            <a:lvl9pPr>
              <a:defRPr sz="3300" b="1">
                <a:solidFill>
                  <a:srgbClr val="16213A"/>
                </a:solidFill>
                <a:latin typeface="Arial"/>
                <a:ea typeface="Arial"/>
                <a:cs typeface="Arial"/>
              </a:defRPr>
            </a:lvl9pPr>
          </a:lstStyle>
          <a:p>
            <a:pPr>
              <a:defRPr sz="3300" b="1">
                <a:solidFill>
                  <a:srgbClr val="16213A"/>
                </a:solidFill>
                <a:latin typeface="Arial"/>
                <a:ea typeface="Arial"/>
                <a:cs typeface="Arial"/>
              </a:defRPr>
            </a:pPr>
            <a:r>
              <a:rPr sz="3300" b="1">
                <a:solidFill>
                  <a:srgbClr val="16213A"/>
                </a:solidFill>
                <a:latin typeface="Arial"/>
                <a:ea typeface="Arial"/>
                <a:cs typeface="Arial"/>
              </a:rPr>
              <a:t>Почему важен не только итоговый балл</a:t>
            </a:r>
          </a:p>
        </p:txBody>
      </p:sp>
      <p:sp>
        <p:nvSpPr>
          <p:cNvPr id="4" name="Прямоугольник 3">
            <a:extLst>
              <a:ext uri="{FF2B5EF4-FFF2-40B4-BE49-F238E27FC236}">
                <a16:creationId xmlns:a16="http://schemas.microsoft.com/office/drawing/2014/main" id="{6A24E6C2-A600-4C0F-BB49-4CED28425E4B}"/>
              </a:ext>
            </a:extLst>
          </p:cNvPr>
          <p:cNvSpPr>
            <a:spLocks noGrp="1"/>
          </p:cNvSpPr>
          <p:nvPr/>
        </p:nvSpPr>
        <p:spPr>
          <a:xfrm>
            <a:off x="571500" y="1666875"/>
            <a:ext cx="11049000" cy="571500"/>
          </a:xfrm>
          <a:prstGeom prst="rect">
            <a:avLst/>
          </a:prstGeom>
          <a:noFill/>
          <a:ln w="0">
            <a:noFill/>
          </a:ln>
        </p:spPr>
        <p:txBody>
          <a:bodyPr/>
          <a:lstStyle>
            <a:defPPr>
              <a:defRPr sz="1800" b="0">
                <a:solidFill>
                  <a:srgbClr val="63708A"/>
                </a:solidFill>
                <a:latin typeface="Arial"/>
                <a:ea typeface="Arial"/>
                <a:cs typeface="Arial"/>
              </a:defRPr>
            </a:defPPr>
            <a:lvl1pPr>
              <a:defRPr sz="1800" b="0">
                <a:solidFill>
                  <a:srgbClr val="63708A"/>
                </a:solidFill>
                <a:latin typeface="Arial"/>
                <a:ea typeface="Arial"/>
                <a:cs typeface="Arial"/>
              </a:defRPr>
            </a:lvl1pPr>
            <a:lvl2pPr>
              <a:defRPr sz="1800" b="0">
                <a:solidFill>
                  <a:srgbClr val="63708A"/>
                </a:solidFill>
                <a:latin typeface="Arial"/>
                <a:ea typeface="Arial"/>
                <a:cs typeface="Arial"/>
              </a:defRPr>
            </a:lvl2pPr>
            <a:lvl3pPr>
              <a:defRPr sz="1800" b="0">
                <a:solidFill>
                  <a:srgbClr val="63708A"/>
                </a:solidFill>
                <a:latin typeface="Arial"/>
                <a:ea typeface="Arial"/>
                <a:cs typeface="Arial"/>
              </a:defRPr>
            </a:lvl3pPr>
            <a:lvl4pPr>
              <a:defRPr sz="1800" b="0">
                <a:solidFill>
                  <a:srgbClr val="63708A"/>
                </a:solidFill>
                <a:latin typeface="Arial"/>
                <a:ea typeface="Arial"/>
                <a:cs typeface="Arial"/>
              </a:defRPr>
            </a:lvl4pPr>
            <a:lvl5pPr>
              <a:defRPr sz="1800" b="0">
                <a:solidFill>
                  <a:srgbClr val="63708A"/>
                </a:solidFill>
                <a:latin typeface="Arial"/>
                <a:ea typeface="Arial"/>
                <a:cs typeface="Arial"/>
              </a:defRPr>
            </a:lvl5pPr>
            <a:lvl6pPr>
              <a:defRPr sz="1800" b="0">
                <a:solidFill>
                  <a:srgbClr val="63708A"/>
                </a:solidFill>
                <a:latin typeface="Arial"/>
                <a:ea typeface="Arial"/>
                <a:cs typeface="Arial"/>
              </a:defRPr>
            </a:lvl6pPr>
            <a:lvl7pPr>
              <a:defRPr sz="1800" b="0">
                <a:solidFill>
                  <a:srgbClr val="63708A"/>
                </a:solidFill>
                <a:latin typeface="Arial"/>
                <a:ea typeface="Arial"/>
                <a:cs typeface="Arial"/>
              </a:defRPr>
            </a:lvl7pPr>
            <a:lvl8pPr>
              <a:defRPr sz="1800" b="0">
                <a:solidFill>
                  <a:srgbClr val="63708A"/>
                </a:solidFill>
                <a:latin typeface="Arial"/>
                <a:ea typeface="Arial"/>
                <a:cs typeface="Arial"/>
              </a:defRPr>
            </a:lvl8pPr>
            <a:lvl9pPr>
              <a:defRPr sz="1800" b="0">
                <a:solidFill>
                  <a:srgbClr val="63708A"/>
                </a:solidFill>
                <a:latin typeface="Arial"/>
                <a:ea typeface="Arial"/>
                <a:cs typeface="Arial"/>
              </a:defRPr>
            </a:lvl9pPr>
          </a:lstStyle>
          <a:p>
            <a:pPr>
              <a:defRPr sz="1800" b="0">
                <a:solidFill>
                  <a:srgbClr val="63708A"/>
                </a:solidFill>
                <a:latin typeface="Arial"/>
                <a:ea typeface="Arial"/>
                <a:cs typeface="Arial"/>
              </a:defRPr>
            </a:pPr>
            <a:r>
              <a:rPr sz="1800" b="0">
                <a:solidFill>
                  <a:srgbClr val="63708A"/>
                </a:solidFill>
                <a:latin typeface="Arial"/>
                <a:ea typeface="Arial"/>
                <a:cs typeface="Arial"/>
              </a:rPr>
              <a:t>Наше преимущество: сотрудник понимает результат и получает конкретную практику</a:t>
            </a:r>
          </a:p>
        </p:txBody>
      </p:sp>
      <p:graphicFrame>
        <p:nvGraphicFramePr>
          <p:cNvPr id="5" name="Таблица 4">
            <a:extLst>
              <a:ext uri="{FF2B5EF4-FFF2-40B4-BE49-F238E27FC236}">
                <a16:creationId xmlns:a16="http://schemas.microsoft.com/office/drawing/2014/main" id="{21B048FD-2F1C-4E6B-92A4-F3BF399848F7}"/>
              </a:ext>
            </a:extLst>
          </p:cNvPr>
          <p:cNvGraphicFramePr/>
          <p:nvPr/>
        </p:nvGraphicFramePr>
        <p:xfrm>
          <a:off x="571500" y="2619375"/>
          <a:ext cx="11049000" cy="2952750"/>
        </p:xfrm>
        <a:graphic>
          <a:graphicData uri="http://schemas.openxmlformats.org/drawingml/2006/table">
            <a:tbl>
              <a:tblPr/>
              <a:tblGrid>
                <a:gridCol w="3905250">
                  <a:extLst>
                    <a:ext uri="{9D8B030D-6E8A-4147-A177-3AD203B41FA5}">
                      <a16:colId xmlns:a16="http://schemas.microsoft.com/office/drawing/2014/main" val="20000"/>
                    </a:ext>
                  </a:extLst>
                </a:gridCol>
                <a:gridCol w="7143750">
                  <a:extLst>
                    <a:ext uri="{9D8B030D-6E8A-4147-A177-3AD203B41FA5}">
                      <a16:colId xmlns:a16="http://schemas.microsoft.com/office/drawing/2014/main" val="20001"/>
                    </a:ext>
                  </a:extLst>
                </a:gridCol>
              </a:tblGrid>
              <a:tr h="590550">
                <a:tc>
                  <a:txBody>
                    <a:bodyPr/>
                    <a:lstStyle/>
                    <a:p>
                      <a:r>
                        <a:rPr sz="1725" b="1">
                          <a:solidFill>
                            <a:srgbClr val="FFFFFF"/>
                          </a:solidFill>
                          <a:latin typeface="Arial"/>
                          <a:ea typeface="Arial"/>
                          <a:cs typeface="Arial"/>
                        </a:rPr>
                        <a:t>Что нужно бизнесу</a:t>
                      </a:r>
                    </a:p>
                  </a:txBody>
                  <a:tcPr>
                    <a:solidFill>
                      <a:srgbClr val="6E59F7"/>
                    </a:solidFill>
                  </a:tcPr>
                </a:tc>
                <a:tc>
                  <a:txBody>
                    <a:bodyPr/>
                    <a:lstStyle/>
                    <a:p>
                      <a:r>
                        <a:rPr sz="1725" b="1">
                          <a:solidFill>
                            <a:srgbClr val="FFFFFF"/>
                          </a:solidFill>
                          <a:latin typeface="Arial"/>
                          <a:ea typeface="Arial"/>
                          <a:cs typeface="Arial"/>
                        </a:rPr>
                        <a:t>Что даёт BI Academy</a:t>
                      </a:r>
                    </a:p>
                  </a:txBody>
                  <a:tcPr>
                    <a:solidFill>
                      <a:srgbClr val="6E59F7"/>
                    </a:solidFill>
                  </a:tcPr>
                </a:tc>
                <a:extLst>
                  <a:ext uri="{0D108BD9-81ED-4DB2-BD59-A6C34878D82A}">
                    <a16:rowId xmlns:a16="http://schemas.microsoft.com/office/drawing/2014/main" val="10000"/>
                  </a:ext>
                </a:extLst>
              </a:tr>
              <a:tr h="590550">
                <a:tc>
                  <a:txBody>
                    <a:bodyPr/>
                    <a:lstStyle/>
                    <a:p>
                      <a:r>
                        <a:rPr sz="1725" b="0">
                          <a:solidFill>
                            <a:srgbClr val="16213A"/>
                          </a:solidFill>
                          <a:latin typeface="Arial"/>
                          <a:ea typeface="Arial"/>
                          <a:cs typeface="Arial"/>
                        </a:rPr>
                        <a:t>Оценка в контексте работы</a:t>
                      </a:r>
                    </a:p>
                  </a:txBody>
                  <a:tcPr>
                    <a:solidFill>
                      <a:srgbClr val="FFFFFF"/>
                    </a:solidFill>
                  </a:tcPr>
                </a:tc>
                <a:tc>
                  <a:txBody>
                    <a:bodyPr/>
                    <a:lstStyle/>
                    <a:p>
                      <a:r>
                        <a:rPr sz="1725" b="0">
                          <a:solidFill>
                            <a:srgbClr val="16213A"/>
                          </a:solidFill>
                          <a:latin typeface="Arial"/>
                          <a:ea typeface="Arial"/>
                          <a:cs typeface="Arial"/>
                        </a:rPr>
                        <a:t>Ситуации по должности и вопросы по предыдущим ответам</a:t>
                      </a:r>
                    </a:p>
                  </a:txBody>
                  <a:tcPr>
                    <a:solidFill>
                      <a:srgbClr val="FFFFFF"/>
                    </a:solidFill>
                  </a:tcPr>
                </a:tc>
                <a:extLst>
                  <a:ext uri="{0D108BD9-81ED-4DB2-BD59-A6C34878D82A}">
                    <a16:rowId xmlns:a16="http://schemas.microsoft.com/office/drawing/2014/main" val="10001"/>
                  </a:ext>
                </a:extLst>
              </a:tr>
              <a:tr h="590550">
                <a:tc>
                  <a:txBody>
                    <a:bodyPr/>
                    <a:lstStyle/>
                    <a:p>
                      <a:r>
                        <a:rPr sz="1725" b="0">
                          <a:solidFill>
                            <a:srgbClr val="16213A"/>
                          </a:solidFill>
                          <a:latin typeface="Arial"/>
                          <a:ea typeface="Arial"/>
                          <a:cs typeface="Arial"/>
                        </a:rPr>
                        <a:t>Понятные основания результата</a:t>
                      </a:r>
                    </a:p>
                  </a:txBody>
                  <a:tcPr>
                    <a:solidFill>
                      <a:srgbClr val="ECEAF9"/>
                    </a:solidFill>
                  </a:tcPr>
                </a:tc>
                <a:tc>
                  <a:txBody>
                    <a:bodyPr/>
                    <a:lstStyle/>
                    <a:p>
                      <a:r>
                        <a:rPr sz="1725" b="0">
                          <a:solidFill>
                            <a:srgbClr val="16213A"/>
                          </a:solidFill>
                          <a:latin typeface="Arial"/>
                          <a:ea typeface="Arial"/>
                          <a:cs typeface="Arial"/>
                        </a:rPr>
                        <a:t>Цитаты из ответов и объяснение оценки</a:t>
                      </a:r>
                    </a:p>
                  </a:txBody>
                  <a:tcPr>
                    <a:solidFill>
                      <a:srgbClr val="ECEAF9"/>
                    </a:solidFill>
                  </a:tcPr>
                </a:tc>
                <a:extLst>
                  <a:ext uri="{0D108BD9-81ED-4DB2-BD59-A6C34878D82A}">
                    <a16:rowId xmlns:a16="http://schemas.microsoft.com/office/drawing/2014/main" val="10002"/>
                  </a:ext>
                </a:extLst>
              </a:tr>
              <a:tr h="590550">
                <a:tc>
                  <a:txBody>
                    <a:bodyPr/>
                    <a:lstStyle/>
                    <a:p>
                      <a:r>
                        <a:rPr sz="1725" b="0">
                          <a:solidFill>
                            <a:srgbClr val="16213A"/>
                          </a:solidFill>
                          <a:latin typeface="Arial"/>
                          <a:ea typeface="Arial"/>
                          <a:cs typeface="Arial"/>
                        </a:rPr>
                        <a:t>Действия после теста</a:t>
                      </a:r>
                    </a:p>
                  </a:txBody>
                  <a:tcPr>
                    <a:solidFill>
                      <a:srgbClr val="FFFFFF"/>
                    </a:solidFill>
                  </a:tcPr>
                </a:tc>
                <a:tc>
                  <a:txBody>
                    <a:bodyPr/>
                    <a:lstStyle/>
                    <a:p>
                      <a:r>
                        <a:rPr sz="1725" b="0">
                          <a:solidFill>
                            <a:srgbClr val="16213A"/>
                          </a:solidFill>
                          <a:latin typeface="Arial"/>
                          <a:ea typeface="Arial"/>
                          <a:cs typeface="Arial"/>
                        </a:rPr>
                        <a:t>План на 30 дней со сроками и критериями успеха</a:t>
                      </a:r>
                    </a:p>
                  </a:txBody>
                  <a:tcPr>
                    <a:solidFill>
                      <a:srgbClr val="FFFFFF"/>
                    </a:solidFill>
                  </a:tcPr>
                </a:tc>
                <a:extLst>
                  <a:ext uri="{0D108BD9-81ED-4DB2-BD59-A6C34878D82A}">
                    <a16:rowId xmlns:a16="http://schemas.microsoft.com/office/drawing/2014/main" val="10003"/>
                  </a:ext>
                </a:extLst>
              </a:tr>
              <a:tr h="590550">
                <a:tc>
                  <a:txBody>
                    <a:bodyPr/>
                    <a:lstStyle/>
                    <a:p>
                      <a:r>
                        <a:rPr sz="1725" b="0">
                          <a:solidFill>
                            <a:srgbClr val="16213A"/>
                          </a:solidFill>
                          <a:latin typeface="Arial"/>
                          <a:ea typeface="Arial"/>
                          <a:cs typeface="Arial"/>
                        </a:rPr>
                        <a:t>Работа с командой</a:t>
                      </a:r>
                    </a:p>
                  </a:txBody>
                  <a:tcPr>
                    <a:solidFill>
                      <a:srgbClr val="ECEAF9"/>
                    </a:solidFill>
                  </a:tcPr>
                </a:tc>
                <a:tc>
                  <a:txBody>
                    <a:bodyPr/>
                    <a:lstStyle/>
                    <a:p>
                      <a:r>
                        <a:rPr sz="1725" b="0">
                          <a:solidFill>
                            <a:srgbClr val="16213A"/>
                          </a:solidFill>
                          <a:latin typeface="Arial"/>
                          <a:ea typeface="Arial"/>
                          <a:cs typeface="Arial"/>
                        </a:rPr>
                        <a:t>Профили сотрудников и обсуждение развития с руководителем</a:t>
                      </a:r>
                    </a:p>
                  </a:txBody>
                  <a:tcPr>
                    <a:solidFill>
                      <a:srgbClr val="ECEAF9"/>
                    </a:solidFill>
                  </a:tcPr>
                </a:tc>
                <a:extLst>
                  <a:ext uri="{0D108BD9-81ED-4DB2-BD59-A6C34878D82A}">
                    <a16:rowId xmlns:a16="http://schemas.microsoft.com/office/drawing/2014/main" val="10004"/>
                  </a:ext>
                </a:extLst>
              </a:tr>
            </a:tbl>
          </a:graphicData>
        </a:graphic>
      </p:graphicFrame>
      <p:sp>
        <p:nvSpPr>
          <p:cNvPr id="6" name="Прямоугольник 5">
            <a:extLst>
              <a:ext uri="{FF2B5EF4-FFF2-40B4-BE49-F238E27FC236}">
                <a16:creationId xmlns:a16="http://schemas.microsoft.com/office/drawing/2014/main" id="{F9388366-30E4-465A-936E-E8CCD9D8A24C}"/>
              </a:ext>
            </a:extLst>
          </p:cNvPr>
          <p:cNvSpPr>
            <a:spLocks noGrp="1"/>
          </p:cNvSpPr>
          <p:nvPr/>
        </p:nvSpPr>
        <p:spPr>
          <a:xfrm>
            <a:off x="571500" y="5953125"/>
            <a:ext cx="11049000" cy="333375"/>
          </a:xfrm>
          <a:prstGeom prst="rect">
            <a:avLst/>
          </a:prstGeom>
          <a:noFill/>
          <a:ln w="0">
            <a:noFill/>
          </a:ln>
        </p:spPr>
        <p:txBody>
          <a:bodyPr/>
          <a:lstStyle>
            <a:defPPr>
              <a:defRPr sz="1275" b="0">
                <a:solidFill>
                  <a:srgbClr val="63708A"/>
                </a:solidFill>
                <a:latin typeface="Arial"/>
                <a:ea typeface="Arial"/>
                <a:cs typeface="Arial"/>
              </a:defRPr>
            </a:defPPr>
            <a:lvl1pPr>
              <a:defRPr sz="1275" b="0">
                <a:solidFill>
                  <a:srgbClr val="63708A"/>
                </a:solidFill>
                <a:latin typeface="Arial"/>
                <a:ea typeface="Arial"/>
                <a:cs typeface="Arial"/>
              </a:defRPr>
            </a:lvl1pPr>
            <a:lvl2pPr>
              <a:defRPr sz="1275" b="0">
                <a:solidFill>
                  <a:srgbClr val="63708A"/>
                </a:solidFill>
                <a:latin typeface="Arial"/>
                <a:ea typeface="Arial"/>
                <a:cs typeface="Arial"/>
              </a:defRPr>
            </a:lvl2pPr>
            <a:lvl3pPr>
              <a:defRPr sz="1275" b="0">
                <a:solidFill>
                  <a:srgbClr val="63708A"/>
                </a:solidFill>
                <a:latin typeface="Arial"/>
                <a:ea typeface="Arial"/>
                <a:cs typeface="Arial"/>
              </a:defRPr>
            </a:lvl3pPr>
            <a:lvl4pPr>
              <a:defRPr sz="1275" b="0">
                <a:solidFill>
                  <a:srgbClr val="63708A"/>
                </a:solidFill>
                <a:latin typeface="Arial"/>
                <a:ea typeface="Arial"/>
                <a:cs typeface="Arial"/>
              </a:defRPr>
            </a:lvl4pPr>
            <a:lvl5pPr>
              <a:defRPr sz="1275" b="0">
                <a:solidFill>
                  <a:srgbClr val="63708A"/>
                </a:solidFill>
                <a:latin typeface="Arial"/>
                <a:ea typeface="Arial"/>
                <a:cs typeface="Arial"/>
              </a:defRPr>
            </a:lvl5pPr>
            <a:lvl6pPr>
              <a:defRPr sz="1275" b="0">
                <a:solidFill>
                  <a:srgbClr val="63708A"/>
                </a:solidFill>
                <a:latin typeface="Arial"/>
                <a:ea typeface="Arial"/>
                <a:cs typeface="Arial"/>
              </a:defRPr>
            </a:lvl6pPr>
            <a:lvl7pPr>
              <a:defRPr sz="1275" b="0">
                <a:solidFill>
                  <a:srgbClr val="63708A"/>
                </a:solidFill>
                <a:latin typeface="Arial"/>
                <a:ea typeface="Arial"/>
                <a:cs typeface="Arial"/>
              </a:defRPr>
            </a:lvl7pPr>
            <a:lvl8pPr>
              <a:defRPr sz="1275" b="0">
                <a:solidFill>
                  <a:srgbClr val="63708A"/>
                </a:solidFill>
                <a:latin typeface="Arial"/>
                <a:ea typeface="Arial"/>
                <a:cs typeface="Arial"/>
              </a:defRPr>
            </a:lvl8pPr>
            <a:lvl9pPr>
              <a:defRPr sz="1275" b="0">
                <a:solidFill>
                  <a:srgbClr val="63708A"/>
                </a:solidFill>
                <a:latin typeface="Arial"/>
                <a:ea typeface="Arial"/>
                <a:cs typeface="Arial"/>
              </a:defRPr>
            </a:lvl9pPr>
          </a:lstStyle>
          <a:p>
            <a:pPr>
              <a:defRPr sz="1275" b="0">
                <a:solidFill>
                  <a:srgbClr val="63708A"/>
                </a:solidFill>
                <a:latin typeface="Arial"/>
                <a:ea typeface="Arial"/>
                <a:cs typeface="Arial"/>
              </a:defRPr>
            </a:pPr>
            <a:r>
              <a:rPr sz="1275" b="0">
                <a:solidFill>
                  <a:srgbClr val="63708A"/>
                </a:solidFill>
                <a:latin typeface="Arial"/>
                <a:ea typeface="Arial"/>
                <a:cs typeface="Arial"/>
              </a:rPr>
              <a:t>Всё это уже есть в проекте. Примеры показаны на предыдущих слайдах.</a:t>
            </a:r>
          </a:p>
        </p:txBody>
      </p:sp>
    </p:spTree>
    <p:extLst>
      <p:ext uri="{BB962C8B-B14F-4D97-AF65-F5344CB8AC3E}">
        <p14:creationId xmlns:p14="http://schemas.microsoft.com/office/powerpoint/2010/main" val="891045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14" name="Прямоугольник 13">
            <a:extLst>
              <a:ext uri="{FF2B5EF4-FFF2-40B4-BE49-F238E27FC236}">
                <a16:creationId xmlns:a16="http://schemas.microsoft.com/office/drawing/2014/main" id="{06A16AF0-5F25-425A-838A-71BBCE0913F9}"/>
              </a:ext>
            </a:extLst>
          </p:cNvPr>
          <p:cNvSpPr>
            <a:spLocks noGrp="1"/>
          </p:cNvSpPr>
          <p:nvPr/>
        </p:nvSpPr>
        <p:spPr>
          <a:xfrm>
            <a:off x="476250" y="285750"/>
            <a:ext cx="6667500" cy="238125"/>
          </a:xfrm>
          <a:prstGeom prst="rect">
            <a:avLst/>
          </a:prstGeom>
          <a:noFill/>
          <a:ln w="0">
            <a:noFill/>
          </a:ln>
        </p:spPr>
        <p:txBody>
          <a:bodyPr/>
          <a:lstStyle>
            <a:defPPr>
              <a:defRPr sz="1050" b="1">
                <a:solidFill>
                  <a:srgbClr val="39C9D7"/>
                </a:solidFill>
                <a:latin typeface="Arial"/>
                <a:ea typeface="Arial"/>
                <a:cs typeface="Arial"/>
              </a:defRPr>
            </a:defPPr>
            <a:lvl1pPr>
              <a:defRPr sz="1050" b="1">
                <a:solidFill>
                  <a:srgbClr val="39C9D7"/>
                </a:solidFill>
                <a:latin typeface="Arial"/>
                <a:ea typeface="Arial"/>
                <a:cs typeface="Arial"/>
              </a:defRPr>
            </a:lvl1pPr>
            <a:lvl2pPr>
              <a:defRPr sz="1050" b="1">
                <a:solidFill>
                  <a:srgbClr val="39C9D7"/>
                </a:solidFill>
                <a:latin typeface="Arial"/>
                <a:ea typeface="Arial"/>
                <a:cs typeface="Arial"/>
              </a:defRPr>
            </a:lvl2pPr>
            <a:lvl3pPr>
              <a:defRPr sz="1050" b="1">
                <a:solidFill>
                  <a:srgbClr val="39C9D7"/>
                </a:solidFill>
                <a:latin typeface="Arial"/>
                <a:ea typeface="Arial"/>
                <a:cs typeface="Arial"/>
              </a:defRPr>
            </a:lvl3pPr>
            <a:lvl4pPr>
              <a:defRPr sz="1050" b="1">
                <a:solidFill>
                  <a:srgbClr val="39C9D7"/>
                </a:solidFill>
                <a:latin typeface="Arial"/>
                <a:ea typeface="Arial"/>
                <a:cs typeface="Arial"/>
              </a:defRPr>
            </a:lvl4pPr>
            <a:lvl5pPr>
              <a:defRPr sz="1050" b="1">
                <a:solidFill>
                  <a:srgbClr val="39C9D7"/>
                </a:solidFill>
                <a:latin typeface="Arial"/>
                <a:ea typeface="Arial"/>
                <a:cs typeface="Arial"/>
              </a:defRPr>
            </a:lvl5pPr>
            <a:lvl6pPr>
              <a:defRPr sz="1050" b="1">
                <a:solidFill>
                  <a:srgbClr val="39C9D7"/>
                </a:solidFill>
                <a:latin typeface="Arial"/>
                <a:ea typeface="Arial"/>
                <a:cs typeface="Arial"/>
              </a:defRPr>
            </a:lvl6pPr>
            <a:lvl7pPr>
              <a:defRPr sz="1050" b="1">
                <a:solidFill>
                  <a:srgbClr val="39C9D7"/>
                </a:solidFill>
                <a:latin typeface="Arial"/>
                <a:ea typeface="Arial"/>
                <a:cs typeface="Arial"/>
              </a:defRPr>
            </a:lvl7pPr>
            <a:lvl8pPr>
              <a:defRPr sz="1050" b="1">
                <a:solidFill>
                  <a:srgbClr val="39C9D7"/>
                </a:solidFill>
                <a:latin typeface="Arial"/>
                <a:ea typeface="Arial"/>
                <a:cs typeface="Arial"/>
              </a:defRPr>
            </a:lvl8pPr>
            <a:lvl9pPr>
              <a:defRPr sz="1050" b="1">
                <a:solidFill>
                  <a:srgbClr val="39C9D7"/>
                </a:solidFill>
                <a:latin typeface="Arial"/>
                <a:ea typeface="Arial"/>
                <a:cs typeface="Arial"/>
              </a:defRPr>
            </a:lvl9pPr>
          </a:lstStyle>
          <a:p>
            <a:pPr>
              <a:defRPr sz="1050" b="1">
                <a:solidFill>
                  <a:srgbClr val="39C9D7"/>
                </a:solidFill>
                <a:latin typeface="Arial"/>
                <a:ea typeface="Arial"/>
                <a:cs typeface="Arial"/>
              </a:defRPr>
            </a:pPr>
            <a:r>
              <a:rPr sz="1050" b="1">
                <a:solidFill>
                  <a:srgbClr val="39C9D7"/>
                </a:solidFill>
                <a:latin typeface="Arial"/>
                <a:ea typeface="Arial"/>
                <a:cs typeface="Arial"/>
              </a:rPr>
              <a:t>BI ACADEMY</a:t>
            </a:r>
          </a:p>
        </p:txBody>
      </p:sp>
      <p:sp>
        <p:nvSpPr>
          <p:cNvPr id="2" name="Прямоугольник 1">
            <a:extLst>
              <a:ext uri="{FF2B5EF4-FFF2-40B4-BE49-F238E27FC236}">
                <a16:creationId xmlns:a16="http://schemas.microsoft.com/office/drawing/2014/main" id="{225467A3-E368-4192-A17E-70AECFF6B88A}"/>
              </a:ext>
            </a:extLst>
          </p:cNvPr>
          <p:cNvSpPr>
            <a:spLocks noGrp="1"/>
          </p:cNvSpPr>
          <p:nvPr/>
        </p:nvSpPr>
        <p:spPr>
          <a:xfrm>
            <a:off x="11334750" y="6448425"/>
            <a:ext cx="428625" cy="190500"/>
          </a:xfrm>
          <a:prstGeom prst="rect">
            <a:avLst/>
          </a:prstGeom>
          <a:noFill/>
          <a:ln w="0">
            <a:noFill/>
          </a:ln>
        </p:spPr>
        <p:txBody>
          <a:bodyPr/>
          <a:lstStyle>
            <a:defPPr>
              <a:defRPr sz="975" b="0">
                <a:solidFill>
                  <a:srgbClr val="AEB8D4"/>
                </a:solidFill>
                <a:latin typeface="Arial"/>
                <a:ea typeface="Arial"/>
                <a:cs typeface="Arial"/>
              </a:defRPr>
            </a:defPPr>
            <a:lvl1pPr>
              <a:defRPr sz="975" b="0">
                <a:solidFill>
                  <a:srgbClr val="AEB8D4"/>
                </a:solidFill>
                <a:latin typeface="Arial"/>
                <a:ea typeface="Arial"/>
                <a:cs typeface="Arial"/>
              </a:defRPr>
            </a:lvl1pPr>
            <a:lvl2pPr>
              <a:defRPr sz="975" b="0">
                <a:solidFill>
                  <a:srgbClr val="AEB8D4"/>
                </a:solidFill>
                <a:latin typeface="Arial"/>
                <a:ea typeface="Arial"/>
                <a:cs typeface="Arial"/>
              </a:defRPr>
            </a:lvl2pPr>
            <a:lvl3pPr>
              <a:defRPr sz="975" b="0">
                <a:solidFill>
                  <a:srgbClr val="AEB8D4"/>
                </a:solidFill>
                <a:latin typeface="Arial"/>
                <a:ea typeface="Arial"/>
                <a:cs typeface="Arial"/>
              </a:defRPr>
            </a:lvl3pPr>
            <a:lvl4pPr>
              <a:defRPr sz="975" b="0">
                <a:solidFill>
                  <a:srgbClr val="AEB8D4"/>
                </a:solidFill>
                <a:latin typeface="Arial"/>
                <a:ea typeface="Arial"/>
                <a:cs typeface="Arial"/>
              </a:defRPr>
            </a:lvl4pPr>
            <a:lvl5pPr>
              <a:defRPr sz="975" b="0">
                <a:solidFill>
                  <a:srgbClr val="AEB8D4"/>
                </a:solidFill>
                <a:latin typeface="Arial"/>
                <a:ea typeface="Arial"/>
                <a:cs typeface="Arial"/>
              </a:defRPr>
            </a:lvl5pPr>
            <a:lvl6pPr>
              <a:defRPr sz="975" b="0">
                <a:solidFill>
                  <a:srgbClr val="AEB8D4"/>
                </a:solidFill>
                <a:latin typeface="Arial"/>
                <a:ea typeface="Arial"/>
                <a:cs typeface="Arial"/>
              </a:defRPr>
            </a:lvl6pPr>
            <a:lvl7pPr>
              <a:defRPr sz="975" b="0">
                <a:solidFill>
                  <a:srgbClr val="AEB8D4"/>
                </a:solidFill>
                <a:latin typeface="Arial"/>
                <a:ea typeface="Arial"/>
                <a:cs typeface="Arial"/>
              </a:defRPr>
            </a:lvl7pPr>
            <a:lvl8pPr>
              <a:defRPr sz="975" b="0">
                <a:solidFill>
                  <a:srgbClr val="AEB8D4"/>
                </a:solidFill>
                <a:latin typeface="Arial"/>
                <a:ea typeface="Arial"/>
                <a:cs typeface="Arial"/>
              </a:defRPr>
            </a:lvl8pPr>
            <a:lvl9pPr>
              <a:defRPr sz="975" b="0">
                <a:solidFill>
                  <a:srgbClr val="AEB8D4"/>
                </a:solidFill>
                <a:latin typeface="Arial"/>
                <a:ea typeface="Arial"/>
                <a:cs typeface="Arial"/>
              </a:defRPr>
            </a:lvl9pPr>
          </a:lstStyle>
          <a:p>
            <a:pPr>
              <a:defRPr sz="975" b="0">
                <a:solidFill>
                  <a:srgbClr val="AEB8D4"/>
                </a:solidFill>
                <a:latin typeface="Arial"/>
                <a:ea typeface="Arial"/>
                <a:cs typeface="Arial"/>
              </a:defRPr>
            </a:pPr>
            <a:r>
              <a:rPr sz="975" b="0">
                <a:solidFill>
                  <a:srgbClr val="AEB8D4"/>
                </a:solidFill>
                <a:latin typeface="Arial"/>
                <a:ea typeface="Arial"/>
                <a:cs typeface="Arial"/>
              </a:rPr>
              <a:t>10</a:t>
            </a:r>
          </a:p>
        </p:txBody>
      </p:sp>
      <p:sp>
        <p:nvSpPr>
          <p:cNvPr id="3" name="Прямоугольник 2">
            <a:extLst>
              <a:ext uri="{FF2B5EF4-FFF2-40B4-BE49-F238E27FC236}">
                <a16:creationId xmlns:a16="http://schemas.microsoft.com/office/drawing/2014/main" id="{E84C7946-31A2-42DC-8872-91B4947EE2B0}"/>
              </a:ext>
            </a:extLst>
          </p:cNvPr>
          <p:cNvSpPr>
            <a:spLocks noGrp="1"/>
          </p:cNvSpPr>
          <p:nvPr/>
        </p:nvSpPr>
        <p:spPr>
          <a:xfrm>
            <a:off x="571500" y="857250"/>
            <a:ext cx="11049000" cy="952500"/>
          </a:xfrm>
          <a:prstGeom prst="rect">
            <a:avLst/>
          </a:prstGeom>
          <a:noFill/>
          <a:ln w="0">
            <a:noFill/>
          </a:ln>
        </p:spPr>
        <p:txBody>
          <a:bodyPr/>
          <a:lstStyle>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a:pPr>
              <a:defRPr sz="3600" b="1">
                <a:solidFill>
                  <a:srgbClr val="FFFFFF"/>
                </a:solidFill>
                <a:latin typeface="Arial"/>
                <a:ea typeface="Arial"/>
                <a:cs typeface="Arial"/>
              </a:defRPr>
            </a:pPr>
            <a:r>
              <a:rPr sz="3600" b="1">
                <a:solidFill>
                  <a:srgbClr val="FFFFFF"/>
                </a:solidFill>
                <a:latin typeface="Arial"/>
                <a:ea typeface="Arial"/>
                <a:cs typeface="Arial"/>
              </a:rPr>
              <a:t>Почему стоит выбрать наше решение</a:t>
            </a:r>
          </a:p>
        </p:txBody>
      </p:sp>
      <p:sp>
        <p:nvSpPr>
          <p:cNvPr id="4" name="Прямоугольник 3">
            <a:extLst>
              <a:ext uri="{FF2B5EF4-FFF2-40B4-BE49-F238E27FC236}">
                <a16:creationId xmlns:a16="http://schemas.microsoft.com/office/drawing/2014/main" id="{0FBA8D57-9CD9-4960-98EC-7C4C260787DE}"/>
              </a:ext>
            </a:extLst>
          </p:cNvPr>
          <p:cNvSpPr>
            <a:spLocks noGrp="1"/>
          </p:cNvSpPr>
          <p:nvPr/>
        </p:nvSpPr>
        <p:spPr>
          <a:xfrm>
            <a:off x="571500" y="2190750"/>
            <a:ext cx="4762500" cy="476250"/>
          </a:xfrm>
          <a:prstGeom prst="rect">
            <a:avLst/>
          </a:prstGeom>
          <a:noFill/>
          <a:ln w="0">
            <a:noFill/>
          </a:ln>
        </p:spPr>
        <p:txBody>
          <a:bodyPr/>
          <a:lstStyle>
            <a:defPPr>
              <a:defRPr sz="2100" b="1">
                <a:solidFill>
                  <a:srgbClr val="39C9D7"/>
                </a:solidFill>
                <a:latin typeface="Arial"/>
                <a:ea typeface="Arial"/>
                <a:cs typeface="Arial"/>
              </a:defRPr>
            </a:defPPr>
            <a:lvl1pPr>
              <a:defRPr sz="2100" b="1">
                <a:solidFill>
                  <a:srgbClr val="39C9D7"/>
                </a:solidFill>
                <a:latin typeface="Arial"/>
                <a:ea typeface="Arial"/>
                <a:cs typeface="Arial"/>
              </a:defRPr>
            </a:lvl1pPr>
            <a:lvl2pPr>
              <a:defRPr sz="2100" b="1">
                <a:solidFill>
                  <a:srgbClr val="39C9D7"/>
                </a:solidFill>
                <a:latin typeface="Arial"/>
                <a:ea typeface="Arial"/>
                <a:cs typeface="Arial"/>
              </a:defRPr>
            </a:lvl2pPr>
            <a:lvl3pPr>
              <a:defRPr sz="2100" b="1">
                <a:solidFill>
                  <a:srgbClr val="39C9D7"/>
                </a:solidFill>
                <a:latin typeface="Arial"/>
                <a:ea typeface="Arial"/>
                <a:cs typeface="Arial"/>
              </a:defRPr>
            </a:lvl3pPr>
            <a:lvl4pPr>
              <a:defRPr sz="2100" b="1">
                <a:solidFill>
                  <a:srgbClr val="39C9D7"/>
                </a:solidFill>
                <a:latin typeface="Arial"/>
                <a:ea typeface="Arial"/>
                <a:cs typeface="Arial"/>
              </a:defRPr>
            </a:lvl4pPr>
            <a:lvl5pPr>
              <a:defRPr sz="2100" b="1">
                <a:solidFill>
                  <a:srgbClr val="39C9D7"/>
                </a:solidFill>
                <a:latin typeface="Arial"/>
                <a:ea typeface="Arial"/>
                <a:cs typeface="Arial"/>
              </a:defRPr>
            </a:lvl5pPr>
            <a:lvl6pPr>
              <a:defRPr sz="2100" b="1">
                <a:solidFill>
                  <a:srgbClr val="39C9D7"/>
                </a:solidFill>
                <a:latin typeface="Arial"/>
                <a:ea typeface="Arial"/>
                <a:cs typeface="Arial"/>
              </a:defRPr>
            </a:lvl6pPr>
            <a:lvl7pPr>
              <a:defRPr sz="2100" b="1">
                <a:solidFill>
                  <a:srgbClr val="39C9D7"/>
                </a:solidFill>
                <a:latin typeface="Arial"/>
                <a:ea typeface="Arial"/>
                <a:cs typeface="Arial"/>
              </a:defRPr>
            </a:lvl7pPr>
            <a:lvl8pPr>
              <a:defRPr sz="2100" b="1">
                <a:solidFill>
                  <a:srgbClr val="39C9D7"/>
                </a:solidFill>
                <a:latin typeface="Arial"/>
                <a:ea typeface="Arial"/>
                <a:cs typeface="Arial"/>
              </a:defRPr>
            </a:lvl8pPr>
            <a:lvl9pPr>
              <a:defRPr sz="2100" b="1">
                <a:solidFill>
                  <a:srgbClr val="39C9D7"/>
                </a:solidFill>
                <a:latin typeface="Arial"/>
                <a:ea typeface="Arial"/>
                <a:cs typeface="Arial"/>
              </a:defRPr>
            </a:lvl9pPr>
          </a:lstStyle>
          <a:p>
            <a:pPr>
              <a:defRPr sz="2100" b="1">
                <a:solidFill>
                  <a:srgbClr val="39C9D7"/>
                </a:solidFill>
                <a:latin typeface="Arial"/>
                <a:ea typeface="Arial"/>
                <a:cs typeface="Arial"/>
              </a:defRPr>
            </a:pPr>
            <a:r>
              <a:rPr sz="2100" b="1">
                <a:solidFill>
                  <a:srgbClr val="39C9D7"/>
                </a:solidFill>
                <a:latin typeface="Arial"/>
                <a:ea typeface="Arial"/>
                <a:cs typeface="Arial"/>
              </a:rPr>
              <a:t>Уже можно показать</a:t>
            </a:r>
          </a:p>
        </p:txBody>
      </p:sp>
      <p:sp>
        <p:nvSpPr>
          <p:cNvPr id="5" name="Прямоугольник 4">
            <a:extLst>
              <a:ext uri="{FF2B5EF4-FFF2-40B4-BE49-F238E27FC236}">
                <a16:creationId xmlns:a16="http://schemas.microsoft.com/office/drawing/2014/main" id="{E720669E-A60A-460B-99B3-18BDADF642EB}"/>
              </a:ext>
            </a:extLst>
          </p:cNvPr>
          <p:cNvSpPr>
            <a:spLocks noGrp="1"/>
          </p:cNvSpPr>
          <p:nvPr/>
        </p:nvSpPr>
        <p:spPr>
          <a:xfrm>
            <a:off x="5810250" y="2190750"/>
            <a:ext cx="5810250" cy="714375"/>
          </a:xfrm>
          <a:prstGeom prst="rect">
            <a:avLst/>
          </a:prstGeom>
          <a:noFill/>
          <a:ln w="0">
            <a:noFill/>
          </a:ln>
        </p:spPr>
        <p:txBody>
          <a:bodyPr/>
          <a:lstStyle>
            <a:defPPr>
              <a:defRPr sz="1875" b="0">
                <a:solidFill>
                  <a:srgbClr val="DBE0F0"/>
                </a:solidFill>
                <a:latin typeface="Arial"/>
                <a:ea typeface="Arial"/>
                <a:cs typeface="Arial"/>
              </a:defRPr>
            </a:defPPr>
            <a:lvl1pPr>
              <a:defRPr sz="1875" b="0">
                <a:solidFill>
                  <a:srgbClr val="DBE0F0"/>
                </a:solidFill>
                <a:latin typeface="Arial"/>
                <a:ea typeface="Arial"/>
                <a:cs typeface="Arial"/>
              </a:defRPr>
            </a:lvl1pPr>
            <a:lvl2pPr>
              <a:defRPr sz="1875" b="0">
                <a:solidFill>
                  <a:srgbClr val="DBE0F0"/>
                </a:solidFill>
                <a:latin typeface="Arial"/>
                <a:ea typeface="Arial"/>
                <a:cs typeface="Arial"/>
              </a:defRPr>
            </a:lvl2pPr>
            <a:lvl3pPr>
              <a:defRPr sz="1875" b="0">
                <a:solidFill>
                  <a:srgbClr val="DBE0F0"/>
                </a:solidFill>
                <a:latin typeface="Arial"/>
                <a:ea typeface="Arial"/>
                <a:cs typeface="Arial"/>
              </a:defRPr>
            </a:lvl3pPr>
            <a:lvl4pPr>
              <a:defRPr sz="1875" b="0">
                <a:solidFill>
                  <a:srgbClr val="DBE0F0"/>
                </a:solidFill>
                <a:latin typeface="Arial"/>
                <a:ea typeface="Arial"/>
                <a:cs typeface="Arial"/>
              </a:defRPr>
            </a:lvl4pPr>
            <a:lvl5pPr>
              <a:defRPr sz="1875" b="0">
                <a:solidFill>
                  <a:srgbClr val="DBE0F0"/>
                </a:solidFill>
                <a:latin typeface="Arial"/>
                <a:ea typeface="Arial"/>
                <a:cs typeface="Arial"/>
              </a:defRPr>
            </a:lvl5pPr>
            <a:lvl6pPr>
              <a:defRPr sz="1875" b="0">
                <a:solidFill>
                  <a:srgbClr val="DBE0F0"/>
                </a:solidFill>
                <a:latin typeface="Arial"/>
                <a:ea typeface="Arial"/>
                <a:cs typeface="Arial"/>
              </a:defRPr>
            </a:lvl6pPr>
            <a:lvl7pPr>
              <a:defRPr sz="1875" b="0">
                <a:solidFill>
                  <a:srgbClr val="DBE0F0"/>
                </a:solidFill>
                <a:latin typeface="Arial"/>
                <a:ea typeface="Arial"/>
                <a:cs typeface="Arial"/>
              </a:defRPr>
            </a:lvl7pPr>
            <a:lvl8pPr>
              <a:defRPr sz="1875" b="0">
                <a:solidFill>
                  <a:srgbClr val="DBE0F0"/>
                </a:solidFill>
                <a:latin typeface="Arial"/>
                <a:ea typeface="Arial"/>
                <a:cs typeface="Arial"/>
              </a:defRPr>
            </a:lvl8pPr>
            <a:lvl9pPr>
              <a:defRPr sz="1875" b="0">
                <a:solidFill>
                  <a:srgbClr val="DBE0F0"/>
                </a:solidFill>
                <a:latin typeface="Arial"/>
                <a:ea typeface="Arial"/>
                <a:cs typeface="Arial"/>
              </a:defRPr>
            </a:lvl9pPr>
          </a:lstStyle>
          <a:p>
            <a:pPr>
              <a:defRPr sz="1875" b="0">
                <a:solidFill>
                  <a:srgbClr val="DBE0F0"/>
                </a:solidFill>
                <a:latin typeface="Arial"/>
                <a:ea typeface="Arial"/>
                <a:cs typeface="Arial"/>
              </a:defRPr>
            </a:pPr>
            <a:r>
              <a:rPr sz="1875" b="0">
                <a:solidFill>
                  <a:srgbClr val="DBE0F0"/>
                </a:solidFill>
                <a:latin typeface="Arial"/>
                <a:ea typeface="Arial"/>
                <a:cs typeface="Arial"/>
              </a:rPr>
              <a:t>Рабочие кабинеты сотрудника</a:t>
            </a:r>
          </a:p>
          <a:p>
            <a:pPr>
              <a:defRPr sz="1875" b="0">
                <a:solidFill>
                  <a:srgbClr val="DBE0F0"/>
                </a:solidFill>
                <a:latin typeface="Arial"/>
                <a:ea typeface="Arial"/>
                <a:cs typeface="Arial"/>
              </a:defRPr>
            </a:pPr>
            <a:r>
              <a:rPr sz="1875" b="0">
                <a:solidFill>
                  <a:srgbClr val="DBE0F0"/>
                </a:solidFill>
                <a:latin typeface="Arial"/>
                <a:ea typeface="Arial"/>
                <a:cs typeface="Arial"/>
              </a:rPr>
              <a:t>и руководителя, а не только концепция.</a:t>
            </a:r>
          </a:p>
        </p:txBody>
      </p:sp>
      <p:sp>
        <p:nvSpPr>
          <p:cNvPr id="6" name="Прямоугольник 5">
            <a:extLst>
              <a:ext uri="{FF2B5EF4-FFF2-40B4-BE49-F238E27FC236}">
                <a16:creationId xmlns:a16="http://schemas.microsoft.com/office/drawing/2014/main" id="{FC95A9BE-F272-456A-9404-59572DB86604}"/>
              </a:ext>
            </a:extLst>
          </p:cNvPr>
          <p:cNvSpPr>
            <a:spLocks noGrp="1"/>
          </p:cNvSpPr>
          <p:nvPr/>
        </p:nvSpPr>
        <p:spPr>
          <a:xfrm>
            <a:off x="571500" y="3143250"/>
            <a:ext cx="4762500" cy="476250"/>
          </a:xfrm>
          <a:prstGeom prst="rect">
            <a:avLst/>
          </a:prstGeom>
          <a:noFill/>
          <a:ln w="0">
            <a:noFill/>
          </a:ln>
        </p:spPr>
        <p:txBody>
          <a:bodyPr/>
          <a:lstStyle>
            <a:defPPr>
              <a:defRPr sz="2100" b="1">
                <a:solidFill>
                  <a:srgbClr val="39C9D7"/>
                </a:solidFill>
                <a:latin typeface="Arial"/>
                <a:ea typeface="Arial"/>
                <a:cs typeface="Arial"/>
              </a:defRPr>
            </a:defPPr>
            <a:lvl1pPr>
              <a:defRPr sz="2100" b="1">
                <a:solidFill>
                  <a:srgbClr val="39C9D7"/>
                </a:solidFill>
                <a:latin typeface="Arial"/>
                <a:ea typeface="Arial"/>
                <a:cs typeface="Arial"/>
              </a:defRPr>
            </a:lvl1pPr>
            <a:lvl2pPr>
              <a:defRPr sz="2100" b="1">
                <a:solidFill>
                  <a:srgbClr val="39C9D7"/>
                </a:solidFill>
                <a:latin typeface="Arial"/>
                <a:ea typeface="Arial"/>
                <a:cs typeface="Arial"/>
              </a:defRPr>
            </a:lvl2pPr>
            <a:lvl3pPr>
              <a:defRPr sz="2100" b="1">
                <a:solidFill>
                  <a:srgbClr val="39C9D7"/>
                </a:solidFill>
                <a:latin typeface="Arial"/>
                <a:ea typeface="Arial"/>
                <a:cs typeface="Arial"/>
              </a:defRPr>
            </a:lvl3pPr>
            <a:lvl4pPr>
              <a:defRPr sz="2100" b="1">
                <a:solidFill>
                  <a:srgbClr val="39C9D7"/>
                </a:solidFill>
                <a:latin typeface="Arial"/>
                <a:ea typeface="Arial"/>
                <a:cs typeface="Arial"/>
              </a:defRPr>
            </a:lvl4pPr>
            <a:lvl5pPr>
              <a:defRPr sz="2100" b="1">
                <a:solidFill>
                  <a:srgbClr val="39C9D7"/>
                </a:solidFill>
                <a:latin typeface="Arial"/>
                <a:ea typeface="Arial"/>
                <a:cs typeface="Arial"/>
              </a:defRPr>
            </a:lvl5pPr>
            <a:lvl6pPr>
              <a:defRPr sz="2100" b="1">
                <a:solidFill>
                  <a:srgbClr val="39C9D7"/>
                </a:solidFill>
                <a:latin typeface="Arial"/>
                <a:ea typeface="Arial"/>
                <a:cs typeface="Arial"/>
              </a:defRPr>
            </a:lvl6pPr>
            <a:lvl7pPr>
              <a:defRPr sz="2100" b="1">
                <a:solidFill>
                  <a:srgbClr val="39C9D7"/>
                </a:solidFill>
                <a:latin typeface="Arial"/>
                <a:ea typeface="Arial"/>
                <a:cs typeface="Arial"/>
              </a:defRPr>
            </a:lvl7pPr>
            <a:lvl8pPr>
              <a:defRPr sz="2100" b="1">
                <a:solidFill>
                  <a:srgbClr val="39C9D7"/>
                </a:solidFill>
                <a:latin typeface="Arial"/>
                <a:ea typeface="Arial"/>
                <a:cs typeface="Arial"/>
              </a:defRPr>
            </a:lvl8pPr>
            <a:lvl9pPr>
              <a:defRPr sz="2100" b="1">
                <a:solidFill>
                  <a:srgbClr val="39C9D7"/>
                </a:solidFill>
                <a:latin typeface="Arial"/>
                <a:ea typeface="Arial"/>
                <a:cs typeface="Arial"/>
              </a:defRPr>
            </a:lvl9pPr>
          </a:lstStyle>
          <a:p>
            <a:pPr>
              <a:defRPr sz="2100" b="1">
                <a:solidFill>
                  <a:srgbClr val="39C9D7"/>
                </a:solidFill>
                <a:latin typeface="Arial"/>
                <a:ea typeface="Arial"/>
                <a:cs typeface="Arial"/>
              </a:defRPr>
            </a:pPr>
            <a:r>
              <a:rPr sz="2100" b="1">
                <a:solidFill>
                  <a:srgbClr val="39C9D7"/>
                </a:solidFill>
                <a:latin typeface="Arial"/>
                <a:ea typeface="Arial"/>
                <a:cs typeface="Arial"/>
              </a:rPr>
              <a:t>Есть проверяемые результаты</a:t>
            </a:r>
          </a:p>
        </p:txBody>
      </p:sp>
      <p:sp>
        <p:nvSpPr>
          <p:cNvPr id="7" name="Прямоугольник 6">
            <a:extLst>
              <a:ext uri="{FF2B5EF4-FFF2-40B4-BE49-F238E27FC236}">
                <a16:creationId xmlns:a16="http://schemas.microsoft.com/office/drawing/2014/main" id="{13F4205D-0B7D-4D4D-9BDC-53CB3E89A4C9}"/>
              </a:ext>
            </a:extLst>
          </p:cNvPr>
          <p:cNvSpPr>
            <a:spLocks noGrp="1"/>
          </p:cNvSpPr>
          <p:nvPr/>
        </p:nvSpPr>
        <p:spPr>
          <a:xfrm>
            <a:off x="5810250" y="3143250"/>
            <a:ext cx="5810250" cy="714375"/>
          </a:xfrm>
          <a:prstGeom prst="rect">
            <a:avLst/>
          </a:prstGeom>
          <a:noFill/>
          <a:ln w="0">
            <a:noFill/>
          </a:ln>
        </p:spPr>
        <p:txBody>
          <a:bodyPr/>
          <a:lstStyle>
            <a:defPPr>
              <a:defRPr sz="1875" b="0">
                <a:solidFill>
                  <a:srgbClr val="DBE0F0"/>
                </a:solidFill>
                <a:latin typeface="Arial"/>
                <a:ea typeface="Arial"/>
                <a:cs typeface="Arial"/>
              </a:defRPr>
            </a:defPPr>
            <a:lvl1pPr>
              <a:defRPr sz="1875" b="0">
                <a:solidFill>
                  <a:srgbClr val="DBE0F0"/>
                </a:solidFill>
                <a:latin typeface="Arial"/>
                <a:ea typeface="Arial"/>
                <a:cs typeface="Arial"/>
              </a:defRPr>
            </a:lvl1pPr>
            <a:lvl2pPr>
              <a:defRPr sz="1875" b="0">
                <a:solidFill>
                  <a:srgbClr val="DBE0F0"/>
                </a:solidFill>
                <a:latin typeface="Arial"/>
                <a:ea typeface="Arial"/>
                <a:cs typeface="Arial"/>
              </a:defRPr>
            </a:lvl2pPr>
            <a:lvl3pPr>
              <a:defRPr sz="1875" b="0">
                <a:solidFill>
                  <a:srgbClr val="DBE0F0"/>
                </a:solidFill>
                <a:latin typeface="Arial"/>
                <a:ea typeface="Arial"/>
                <a:cs typeface="Arial"/>
              </a:defRPr>
            </a:lvl3pPr>
            <a:lvl4pPr>
              <a:defRPr sz="1875" b="0">
                <a:solidFill>
                  <a:srgbClr val="DBE0F0"/>
                </a:solidFill>
                <a:latin typeface="Arial"/>
                <a:ea typeface="Arial"/>
                <a:cs typeface="Arial"/>
              </a:defRPr>
            </a:lvl4pPr>
            <a:lvl5pPr>
              <a:defRPr sz="1875" b="0">
                <a:solidFill>
                  <a:srgbClr val="DBE0F0"/>
                </a:solidFill>
                <a:latin typeface="Arial"/>
                <a:ea typeface="Arial"/>
                <a:cs typeface="Arial"/>
              </a:defRPr>
            </a:lvl5pPr>
            <a:lvl6pPr>
              <a:defRPr sz="1875" b="0">
                <a:solidFill>
                  <a:srgbClr val="DBE0F0"/>
                </a:solidFill>
                <a:latin typeface="Arial"/>
                <a:ea typeface="Arial"/>
                <a:cs typeface="Arial"/>
              </a:defRPr>
            </a:lvl6pPr>
            <a:lvl7pPr>
              <a:defRPr sz="1875" b="0">
                <a:solidFill>
                  <a:srgbClr val="DBE0F0"/>
                </a:solidFill>
                <a:latin typeface="Arial"/>
                <a:ea typeface="Arial"/>
                <a:cs typeface="Arial"/>
              </a:defRPr>
            </a:lvl7pPr>
            <a:lvl8pPr>
              <a:defRPr sz="1875" b="0">
                <a:solidFill>
                  <a:srgbClr val="DBE0F0"/>
                </a:solidFill>
                <a:latin typeface="Arial"/>
                <a:ea typeface="Arial"/>
                <a:cs typeface="Arial"/>
              </a:defRPr>
            </a:lvl8pPr>
            <a:lvl9pPr>
              <a:defRPr sz="1875" b="0">
                <a:solidFill>
                  <a:srgbClr val="DBE0F0"/>
                </a:solidFill>
                <a:latin typeface="Arial"/>
                <a:ea typeface="Arial"/>
                <a:cs typeface="Arial"/>
              </a:defRPr>
            </a:lvl9pPr>
          </a:lstStyle>
          <a:p>
            <a:pPr>
              <a:defRPr sz="1875" b="0">
                <a:solidFill>
                  <a:srgbClr val="DBE0F0"/>
                </a:solidFill>
                <a:latin typeface="Arial"/>
                <a:ea typeface="Arial"/>
                <a:cs typeface="Arial"/>
              </a:defRPr>
            </a:pPr>
            <a:r>
              <a:rPr sz="1875" b="0">
                <a:solidFill>
                  <a:srgbClr val="DBE0F0"/>
                </a:solidFill>
                <a:latin typeface="Arial"/>
                <a:ea typeface="Arial"/>
                <a:cs typeface="Arial"/>
              </a:rPr>
              <a:t>Шесть повторных оценок с одинаковыми</a:t>
            </a:r>
          </a:p>
          <a:p>
            <a:pPr>
              <a:defRPr sz="1875" b="0">
                <a:solidFill>
                  <a:srgbClr val="DBE0F0"/>
                </a:solidFill>
                <a:latin typeface="Arial"/>
                <a:ea typeface="Arial"/>
                <a:cs typeface="Arial"/>
              </a:defRPr>
            </a:pPr>
            <a:r>
              <a:rPr sz="1875" b="0">
                <a:solidFill>
                  <a:srgbClr val="DBE0F0"/>
                </a:solidFill>
                <a:latin typeface="Arial"/>
                <a:ea typeface="Arial"/>
                <a:cs typeface="Arial"/>
              </a:rPr>
              <a:t>процентами. Опасный ответ выявлен.</a:t>
            </a:r>
          </a:p>
        </p:txBody>
      </p:sp>
      <p:sp>
        <p:nvSpPr>
          <p:cNvPr id="8" name="Прямоугольник 7">
            <a:extLst>
              <a:ext uri="{FF2B5EF4-FFF2-40B4-BE49-F238E27FC236}">
                <a16:creationId xmlns:a16="http://schemas.microsoft.com/office/drawing/2014/main" id="{23ACAB28-28AE-481E-8283-ED595B4ADF28}"/>
              </a:ext>
            </a:extLst>
          </p:cNvPr>
          <p:cNvSpPr>
            <a:spLocks noGrp="1"/>
          </p:cNvSpPr>
          <p:nvPr/>
        </p:nvSpPr>
        <p:spPr>
          <a:xfrm>
            <a:off x="571500" y="4095750"/>
            <a:ext cx="4762500" cy="476250"/>
          </a:xfrm>
          <a:prstGeom prst="rect">
            <a:avLst/>
          </a:prstGeom>
          <a:noFill/>
          <a:ln w="0">
            <a:noFill/>
          </a:ln>
        </p:spPr>
        <p:txBody>
          <a:bodyPr/>
          <a:lstStyle>
            <a:defPPr>
              <a:defRPr sz="2100" b="1">
                <a:solidFill>
                  <a:srgbClr val="39C9D7"/>
                </a:solidFill>
                <a:latin typeface="Arial"/>
                <a:ea typeface="Arial"/>
                <a:cs typeface="Arial"/>
              </a:defRPr>
            </a:defPPr>
            <a:lvl1pPr>
              <a:defRPr sz="2100" b="1">
                <a:solidFill>
                  <a:srgbClr val="39C9D7"/>
                </a:solidFill>
                <a:latin typeface="Arial"/>
                <a:ea typeface="Arial"/>
                <a:cs typeface="Arial"/>
              </a:defRPr>
            </a:lvl1pPr>
            <a:lvl2pPr>
              <a:defRPr sz="2100" b="1">
                <a:solidFill>
                  <a:srgbClr val="39C9D7"/>
                </a:solidFill>
                <a:latin typeface="Arial"/>
                <a:ea typeface="Arial"/>
                <a:cs typeface="Arial"/>
              </a:defRPr>
            </a:lvl2pPr>
            <a:lvl3pPr>
              <a:defRPr sz="2100" b="1">
                <a:solidFill>
                  <a:srgbClr val="39C9D7"/>
                </a:solidFill>
                <a:latin typeface="Arial"/>
                <a:ea typeface="Arial"/>
                <a:cs typeface="Arial"/>
              </a:defRPr>
            </a:lvl3pPr>
            <a:lvl4pPr>
              <a:defRPr sz="2100" b="1">
                <a:solidFill>
                  <a:srgbClr val="39C9D7"/>
                </a:solidFill>
                <a:latin typeface="Arial"/>
                <a:ea typeface="Arial"/>
                <a:cs typeface="Arial"/>
              </a:defRPr>
            </a:lvl4pPr>
            <a:lvl5pPr>
              <a:defRPr sz="2100" b="1">
                <a:solidFill>
                  <a:srgbClr val="39C9D7"/>
                </a:solidFill>
                <a:latin typeface="Arial"/>
                <a:ea typeface="Arial"/>
                <a:cs typeface="Arial"/>
              </a:defRPr>
            </a:lvl5pPr>
            <a:lvl6pPr>
              <a:defRPr sz="2100" b="1">
                <a:solidFill>
                  <a:srgbClr val="39C9D7"/>
                </a:solidFill>
                <a:latin typeface="Arial"/>
                <a:ea typeface="Arial"/>
                <a:cs typeface="Arial"/>
              </a:defRPr>
            </a:lvl6pPr>
            <a:lvl7pPr>
              <a:defRPr sz="2100" b="1">
                <a:solidFill>
                  <a:srgbClr val="39C9D7"/>
                </a:solidFill>
                <a:latin typeface="Arial"/>
                <a:ea typeface="Arial"/>
                <a:cs typeface="Arial"/>
              </a:defRPr>
            </a:lvl7pPr>
            <a:lvl8pPr>
              <a:defRPr sz="2100" b="1">
                <a:solidFill>
                  <a:srgbClr val="39C9D7"/>
                </a:solidFill>
                <a:latin typeface="Arial"/>
                <a:ea typeface="Arial"/>
                <a:cs typeface="Arial"/>
              </a:defRPr>
            </a:lvl8pPr>
            <a:lvl9pPr>
              <a:defRPr sz="2100" b="1">
                <a:solidFill>
                  <a:srgbClr val="39C9D7"/>
                </a:solidFill>
                <a:latin typeface="Arial"/>
                <a:ea typeface="Arial"/>
                <a:cs typeface="Arial"/>
              </a:defRPr>
            </a:lvl9pPr>
          </a:lstStyle>
          <a:p>
            <a:pPr>
              <a:defRPr sz="2100" b="1">
                <a:solidFill>
                  <a:srgbClr val="39C9D7"/>
                </a:solidFill>
                <a:latin typeface="Arial"/>
                <a:ea typeface="Arial"/>
                <a:cs typeface="Arial"/>
              </a:defRPr>
            </a:pPr>
            <a:r>
              <a:rPr sz="2100" b="1">
                <a:solidFill>
                  <a:srgbClr val="39C9D7"/>
                </a:solidFill>
                <a:latin typeface="Arial"/>
                <a:ea typeface="Arial"/>
                <a:cs typeface="Arial"/>
              </a:rPr>
              <a:t>Понятна стоимость запуска</a:t>
            </a:r>
          </a:p>
        </p:txBody>
      </p:sp>
      <p:sp>
        <p:nvSpPr>
          <p:cNvPr id="9" name="Прямоугольник 8">
            <a:extLst>
              <a:ext uri="{FF2B5EF4-FFF2-40B4-BE49-F238E27FC236}">
                <a16:creationId xmlns:a16="http://schemas.microsoft.com/office/drawing/2014/main" id="{79A88F26-5A0B-4775-B48F-E197D28D839A}"/>
              </a:ext>
            </a:extLst>
          </p:cNvPr>
          <p:cNvSpPr>
            <a:spLocks noGrp="1"/>
          </p:cNvSpPr>
          <p:nvPr/>
        </p:nvSpPr>
        <p:spPr>
          <a:xfrm>
            <a:off x="5810250" y="4095750"/>
            <a:ext cx="5810250" cy="714375"/>
          </a:xfrm>
          <a:prstGeom prst="rect">
            <a:avLst/>
          </a:prstGeom>
          <a:noFill/>
          <a:ln w="0">
            <a:noFill/>
          </a:ln>
        </p:spPr>
        <p:txBody>
          <a:bodyPr/>
          <a:lstStyle>
            <a:defPPr>
              <a:defRPr sz="1875" b="0">
                <a:solidFill>
                  <a:srgbClr val="DBE0F0"/>
                </a:solidFill>
                <a:latin typeface="Arial"/>
                <a:ea typeface="Arial"/>
                <a:cs typeface="Arial"/>
              </a:defRPr>
            </a:defPPr>
            <a:lvl1pPr>
              <a:defRPr sz="1875" b="0">
                <a:solidFill>
                  <a:srgbClr val="DBE0F0"/>
                </a:solidFill>
                <a:latin typeface="Arial"/>
                <a:ea typeface="Arial"/>
                <a:cs typeface="Arial"/>
              </a:defRPr>
            </a:lvl1pPr>
            <a:lvl2pPr>
              <a:defRPr sz="1875" b="0">
                <a:solidFill>
                  <a:srgbClr val="DBE0F0"/>
                </a:solidFill>
                <a:latin typeface="Arial"/>
                <a:ea typeface="Arial"/>
                <a:cs typeface="Arial"/>
              </a:defRPr>
            </a:lvl2pPr>
            <a:lvl3pPr>
              <a:defRPr sz="1875" b="0">
                <a:solidFill>
                  <a:srgbClr val="DBE0F0"/>
                </a:solidFill>
                <a:latin typeface="Arial"/>
                <a:ea typeface="Arial"/>
                <a:cs typeface="Arial"/>
              </a:defRPr>
            </a:lvl3pPr>
            <a:lvl4pPr>
              <a:defRPr sz="1875" b="0">
                <a:solidFill>
                  <a:srgbClr val="DBE0F0"/>
                </a:solidFill>
                <a:latin typeface="Arial"/>
                <a:ea typeface="Arial"/>
                <a:cs typeface="Arial"/>
              </a:defRPr>
            </a:lvl4pPr>
            <a:lvl5pPr>
              <a:defRPr sz="1875" b="0">
                <a:solidFill>
                  <a:srgbClr val="DBE0F0"/>
                </a:solidFill>
                <a:latin typeface="Arial"/>
                <a:ea typeface="Arial"/>
                <a:cs typeface="Arial"/>
              </a:defRPr>
            </a:lvl5pPr>
            <a:lvl6pPr>
              <a:defRPr sz="1875" b="0">
                <a:solidFill>
                  <a:srgbClr val="DBE0F0"/>
                </a:solidFill>
                <a:latin typeface="Arial"/>
                <a:ea typeface="Arial"/>
                <a:cs typeface="Arial"/>
              </a:defRPr>
            </a:lvl6pPr>
            <a:lvl7pPr>
              <a:defRPr sz="1875" b="0">
                <a:solidFill>
                  <a:srgbClr val="DBE0F0"/>
                </a:solidFill>
                <a:latin typeface="Arial"/>
                <a:ea typeface="Arial"/>
                <a:cs typeface="Arial"/>
              </a:defRPr>
            </a:lvl7pPr>
            <a:lvl8pPr>
              <a:defRPr sz="1875" b="0">
                <a:solidFill>
                  <a:srgbClr val="DBE0F0"/>
                </a:solidFill>
                <a:latin typeface="Arial"/>
                <a:ea typeface="Arial"/>
                <a:cs typeface="Arial"/>
              </a:defRPr>
            </a:lvl8pPr>
            <a:lvl9pPr>
              <a:defRPr sz="1875" b="0">
                <a:solidFill>
                  <a:srgbClr val="DBE0F0"/>
                </a:solidFill>
                <a:latin typeface="Arial"/>
                <a:ea typeface="Arial"/>
                <a:cs typeface="Arial"/>
              </a:defRPr>
            </a:lvl9pPr>
          </a:lstStyle>
          <a:p>
            <a:pPr>
              <a:defRPr sz="1875" b="0">
                <a:solidFill>
                  <a:srgbClr val="DBE0F0"/>
                </a:solidFill>
                <a:latin typeface="Arial"/>
                <a:ea typeface="Arial"/>
                <a:cs typeface="Arial"/>
              </a:defRPr>
            </a:pPr>
            <a:r>
              <a:rPr sz="1875" b="0">
                <a:solidFill>
                  <a:srgbClr val="DBE0F0"/>
                </a:solidFill>
                <a:latin typeface="Arial"/>
                <a:ea typeface="Arial"/>
                <a:cs typeface="Arial"/>
              </a:rPr>
              <a:t>Около 7,5 ₸ расходов на ИИ</a:t>
            </a:r>
          </a:p>
          <a:p>
            <a:pPr>
              <a:defRPr sz="1875" b="0">
                <a:solidFill>
                  <a:srgbClr val="DBE0F0"/>
                </a:solidFill>
                <a:latin typeface="Arial"/>
                <a:ea typeface="Arial"/>
                <a:cs typeface="Arial"/>
              </a:defRPr>
            </a:pPr>
            <a:r>
              <a:rPr sz="1875" b="0">
                <a:solidFill>
                  <a:srgbClr val="DBE0F0"/>
                </a:solidFill>
                <a:latin typeface="Arial"/>
                <a:ea typeface="Arial"/>
                <a:cs typeface="Arial"/>
              </a:rPr>
              <a:t>за прохождение по нашим замерам.</a:t>
            </a:r>
          </a:p>
        </p:txBody>
      </p:sp>
      <p:sp>
        <p:nvSpPr>
          <p:cNvPr id="10" name="Прямоугольник 9">
            <a:extLst>
              <a:ext uri="{FF2B5EF4-FFF2-40B4-BE49-F238E27FC236}">
                <a16:creationId xmlns:a16="http://schemas.microsoft.com/office/drawing/2014/main" id="{874CC57D-C565-4B7C-8E91-D9039E5D13C7}"/>
              </a:ext>
            </a:extLst>
          </p:cNvPr>
          <p:cNvSpPr>
            <a:spLocks noGrp="1"/>
          </p:cNvSpPr>
          <p:nvPr/>
        </p:nvSpPr>
        <p:spPr>
          <a:xfrm>
            <a:off x="571500" y="5286375"/>
            <a:ext cx="11049000" cy="381000"/>
          </a:xfrm>
          <a:prstGeom prst="rect">
            <a:avLst/>
          </a:prstGeom>
          <a:noFill/>
          <a:ln w="0">
            <a:noFill/>
          </a:ln>
        </p:spPr>
        <p:txBody>
          <a:bodyPr/>
          <a:lstStyle>
            <a:defPPr>
              <a:defRPr sz="1800" b="0">
                <a:solidFill>
                  <a:srgbClr val="AEB8D4"/>
                </a:solidFill>
                <a:latin typeface="Arial"/>
                <a:ea typeface="Arial"/>
                <a:cs typeface="Arial"/>
              </a:defRPr>
            </a:defPPr>
            <a:lvl1pPr>
              <a:defRPr sz="1800" b="0">
                <a:solidFill>
                  <a:srgbClr val="AEB8D4"/>
                </a:solidFill>
                <a:latin typeface="Arial"/>
                <a:ea typeface="Arial"/>
                <a:cs typeface="Arial"/>
              </a:defRPr>
            </a:lvl1pPr>
            <a:lvl2pPr>
              <a:defRPr sz="1800" b="0">
                <a:solidFill>
                  <a:srgbClr val="AEB8D4"/>
                </a:solidFill>
                <a:latin typeface="Arial"/>
                <a:ea typeface="Arial"/>
                <a:cs typeface="Arial"/>
              </a:defRPr>
            </a:lvl2pPr>
            <a:lvl3pPr>
              <a:defRPr sz="1800" b="0">
                <a:solidFill>
                  <a:srgbClr val="AEB8D4"/>
                </a:solidFill>
                <a:latin typeface="Arial"/>
                <a:ea typeface="Arial"/>
                <a:cs typeface="Arial"/>
              </a:defRPr>
            </a:lvl3pPr>
            <a:lvl4pPr>
              <a:defRPr sz="1800" b="0">
                <a:solidFill>
                  <a:srgbClr val="AEB8D4"/>
                </a:solidFill>
                <a:latin typeface="Arial"/>
                <a:ea typeface="Arial"/>
                <a:cs typeface="Arial"/>
              </a:defRPr>
            </a:lvl4pPr>
            <a:lvl5pPr>
              <a:defRPr sz="1800" b="0">
                <a:solidFill>
                  <a:srgbClr val="AEB8D4"/>
                </a:solidFill>
                <a:latin typeface="Arial"/>
                <a:ea typeface="Arial"/>
                <a:cs typeface="Arial"/>
              </a:defRPr>
            </a:lvl5pPr>
            <a:lvl6pPr>
              <a:defRPr sz="1800" b="0">
                <a:solidFill>
                  <a:srgbClr val="AEB8D4"/>
                </a:solidFill>
                <a:latin typeface="Arial"/>
                <a:ea typeface="Arial"/>
                <a:cs typeface="Arial"/>
              </a:defRPr>
            </a:lvl6pPr>
            <a:lvl7pPr>
              <a:defRPr sz="1800" b="0">
                <a:solidFill>
                  <a:srgbClr val="AEB8D4"/>
                </a:solidFill>
                <a:latin typeface="Arial"/>
                <a:ea typeface="Arial"/>
                <a:cs typeface="Arial"/>
              </a:defRPr>
            </a:lvl7pPr>
            <a:lvl8pPr>
              <a:defRPr sz="1800" b="0">
                <a:solidFill>
                  <a:srgbClr val="AEB8D4"/>
                </a:solidFill>
                <a:latin typeface="Arial"/>
                <a:ea typeface="Arial"/>
                <a:cs typeface="Arial"/>
              </a:defRPr>
            </a:lvl8pPr>
            <a:lvl9pPr>
              <a:defRPr sz="1800" b="0">
                <a:solidFill>
                  <a:srgbClr val="AEB8D4"/>
                </a:solidFill>
                <a:latin typeface="Arial"/>
                <a:ea typeface="Arial"/>
                <a:cs typeface="Arial"/>
              </a:defRPr>
            </a:lvl9pPr>
          </a:lstStyle>
          <a:p>
            <a:pPr>
              <a:defRPr sz="1800" b="0">
                <a:solidFill>
                  <a:srgbClr val="AEB8D4"/>
                </a:solidFill>
                <a:latin typeface="Arial"/>
                <a:ea typeface="Arial"/>
                <a:cs typeface="Arial"/>
              </a:defRPr>
            </a:pPr>
            <a:r>
              <a:rPr sz="1800" b="0">
                <a:solidFill>
                  <a:srgbClr val="AEB8D4"/>
                </a:solidFill>
                <a:latin typeface="Arial"/>
                <a:ea typeface="Arial"/>
                <a:cs typeface="Arial"/>
              </a:rPr>
              <a:t>Наша команда</a:t>
            </a:r>
          </a:p>
        </p:txBody>
      </p:sp>
      <p:sp>
        <p:nvSpPr>
          <p:cNvPr id="11" name="Прямоугольник 10">
            <a:extLst>
              <a:ext uri="{FF2B5EF4-FFF2-40B4-BE49-F238E27FC236}">
                <a16:creationId xmlns:a16="http://schemas.microsoft.com/office/drawing/2014/main" id="{30A68D0B-1B3A-4CA2-80A0-EAF7385B48AB}"/>
              </a:ext>
            </a:extLst>
          </p:cNvPr>
          <p:cNvSpPr>
            <a:spLocks noGrp="1"/>
          </p:cNvSpPr>
          <p:nvPr/>
        </p:nvSpPr>
        <p:spPr>
          <a:xfrm>
            <a:off x="571500" y="5762625"/>
            <a:ext cx="3714750" cy="428625"/>
          </a:xfrm>
          <a:prstGeom prst="rect">
            <a:avLst/>
          </a:prstGeom>
          <a:noFill/>
          <a:ln w="0">
            <a:noFill/>
          </a:ln>
        </p:spPr>
        <p:txBody>
          <a:bodyPr/>
          <a:lstStyle>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a:pPr>
              <a:defRPr sz="2025" b="1">
                <a:solidFill>
                  <a:srgbClr val="FFFFFF"/>
                </a:solidFill>
                <a:latin typeface="Arial"/>
                <a:ea typeface="Arial"/>
                <a:cs typeface="Arial"/>
              </a:defRPr>
            </a:pPr>
            <a:r>
              <a:rPr sz="2025" b="1">
                <a:solidFill>
                  <a:srgbClr val="FFFFFF"/>
                </a:solidFill>
                <a:latin typeface="Arial"/>
                <a:ea typeface="Arial"/>
                <a:cs typeface="Arial"/>
              </a:rPr>
              <a:t>Наседкин Максим</a:t>
            </a:r>
          </a:p>
        </p:txBody>
      </p:sp>
      <p:sp>
        <p:nvSpPr>
          <p:cNvPr id="12" name="Прямоугольник 11">
            <a:extLst>
              <a:ext uri="{FF2B5EF4-FFF2-40B4-BE49-F238E27FC236}">
                <a16:creationId xmlns:a16="http://schemas.microsoft.com/office/drawing/2014/main" id="{1355725E-B4B9-44E7-829D-E69BCC94B503}"/>
              </a:ext>
            </a:extLst>
          </p:cNvPr>
          <p:cNvSpPr>
            <a:spLocks noGrp="1"/>
          </p:cNvSpPr>
          <p:nvPr/>
        </p:nvSpPr>
        <p:spPr>
          <a:xfrm>
            <a:off x="4333875" y="5762625"/>
            <a:ext cx="3714750" cy="428625"/>
          </a:xfrm>
          <a:prstGeom prst="rect">
            <a:avLst/>
          </a:prstGeom>
          <a:noFill/>
          <a:ln w="0">
            <a:noFill/>
          </a:ln>
        </p:spPr>
        <p:txBody>
          <a:bodyPr/>
          <a:lstStyle>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a:pPr>
              <a:defRPr sz="2025" b="1">
                <a:solidFill>
                  <a:srgbClr val="FFFFFF"/>
                </a:solidFill>
                <a:latin typeface="Arial"/>
                <a:ea typeface="Arial"/>
                <a:cs typeface="Arial"/>
              </a:defRPr>
            </a:pPr>
            <a:r>
              <a:rPr sz="2025" b="1">
                <a:solidFill>
                  <a:srgbClr val="FFFFFF"/>
                </a:solidFill>
                <a:latin typeface="Arial"/>
                <a:ea typeface="Arial"/>
                <a:cs typeface="Arial"/>
              </a:rPr>
              <a:t>Чапанов Альберт</a:t>
            </a:r>
          </a:p>
        </p:txBody>
      </p:sp>
      <p:sp>
        <p:nvSpPr>
          <p:cNvPr id="13" name="Прямоугольник 12">
            <a:extLst>
              <a:ext uri="{FF2B5EF4-FFF2-40B4-BE49-F238E27FC236}">
                <a16:creationId xmlns:a16="http://schemas.microsoft.com/office/drawing/2014/main" id="{C00C719F-9C8B-457C-9E06-0F839BD812D4}"/>
              </a:ext>
            </a:extLst>
          </p:cNvPr>
          <p:cNvSpPr>
            <a:spLocks noGrp="1"/>
          </p:cNvSpPr>
          <p:nvPr/>
        </p:nvSpPr>
        <p:spPr>
          <a:xfrm>
            <a:off x="8096250" y="5762625"/>
            <a:ext cx="3714750" cy="428625"/>
          </a:xfrm>
          <a:prstGeom prst="rect">
            <a:avLst/>
          </a:prstGeom>
          <a:noFill/>
          <a:ln w="0">
            <a:noFill/>
          </a:ln>
        </p:spPr>
        <p:txBody>
          <a:bodyPr/>
          <a:lstStyle>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a:pPr>
              <a:defRPr sz="2025" b="1">
                <a:solidFill>
                  <a:srgbClr val="FFFFFF"/>
                </a:solidFill>
                <a:latin typeface="Arial"/>
                <a:ea typeface="Arial"/>
                <a:cs typeface="Arial"/>
              </a:defRPr>
            </a:pPr>
            <a:r>
              <a:rPr sz="2025" b="1">
                <a:solidFill>
                  <a:srgbClr val="FFFFFF"/>
                </a:solidFill>
                <a:latin typeface="Arial"/>
                <a:ea typeface="Arial"/>
                <a:cs typeface="Arial"/>
              </a:rPr>
              <a:t>Варварюк Андрей</a:t>
            </a:r>
          </a:p>
        </p:txBody>
      </p:sp>
    </p:spTree>
    <p:extLst>
      <p:ext uri="{BB962C8B-B14F-4D97-AF65-F5344CB8AC3E}">
        <p14:creationId xmlns:p14="http://schemas.microsoft.com/office/powerpoint/2010/main" val="152195786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1059</Words>
  <Application>Microsoft Office PowerPoint</Application>
  <DocSecurity>0</DocSecurity>
  <PresentationFormat>Широкоэкранный</PresentationFormat>
  <Paragraphs>112</Paragraphs>
  <Slides>10</Slides>
  <Notes>10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10</vt:i4>
      </vt:variant>
    </vt:vector>
  </HeadingPairs>
  <TitlesOfParts>
    <vt:vector size="13" baseType="lpstr">
      <vt:lpstr>Aptos</vt:lpstr>
      <vt:lpstr>Arial</vt:lpstr>
      <vt:lpstr>ChatGPT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Максим Наседкин</cp:lastModifiedBy>
  <cp:revision>2</cp:revision>
  <dcterms:created xsi:type="dcterms:W3CDTF">2026-10-20T19:37:43Z</dcterms:created>
  <dcterms:modified xsi:type="dcterms:W3CDTF">2026-10-21T06:48:31Z</dcterms:modified>
</cp:coreProperties>
</file>